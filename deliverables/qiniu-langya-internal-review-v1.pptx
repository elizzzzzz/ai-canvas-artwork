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0d9d462b8b2437b" Type="http://schemas.openxmlformats.org/officeDocument/2006/relationships/extended-properties" Target="docProps/app.xml"/><Relationship Id="R93d9d793ed964322" Type="http://schemas.openxmlformats.org/officeDocument/2006/relationships/officeDocument" Target="ppt/presentation.xml"/><Relationship Id="Rea55f1f153aa43a7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f04ce3a8164d1e"/>
  </p:sldMasterIdLst>
  <p:notesMasterIdLst>
    <p:notesMasterId xmlns:r="http://schemas.openxmlformats.org/officeDocument/2006/relationships" r:id="Rcfdb078aa14346d7"/>
  </p:notesMasterIdLst>
  <p:sldIdLst>
    <p:sldId xmlns:r="http://schemas.openxmlformats.org/officeDocument/2006/relationships" id="256" r:id="R3707c5e831d3475c"/>
    <p:sldId xmlns:r="http://schemas.openxmlformats.org/officeDocument/2006/relationships" id="257" r:id="Rb1566535b78c4c60"/>
    <p:sldId xmlns:r="http://schemas.openxmlformats.org/officeDocument/2006/relationships" id="258" r:id="R0f7553e932e9497d"/>
    <p:sldId xmlns:r="http://schemas.openxmlformats.org/officeDocument/2006/relationships" id="259" r:id="R47da82912fe54be1"/>
    <p:sldId xmlns:r="http://schemas.openxmlformats.org/officeDocument/2006/relationships" id="260" r:id="Rb44be1fd64824853"/>
    <p:sldId xmlns:r="http://schemas.openxmlformats.org/officeDocument/2006/relationships" id="261" r:id="R4fadba4064b54d71"/>
    <p:sldId xmlns:r="http://schemas.openxmlformats.org/officeDocument/2006/relationships" id="262" r:id="R8f449eb9b7b5429e"/>
    <p:sldId xmlns:r="http://schemas.openxmlformats.org/officeDocument/2006/relationships" id="263" r:id="R7f1c6bf5ef3d4ab4"/>
    <p:sldId xmlns:r="http://schemas.openxmlformats.org/officeDocument/2006/relationships" id="264" r:id="R2409bfcfbb6e4f27"/>
    <p:sldId xmlns:r="http://schemas.openxmlformats.org/officeDocument/2006/relationships" id="265" r:id="R0351e947240f412e"/>
    <p:sldId xmlns:r="http://schemas.openxmlformats.org/officeDocument/2006/relationships" id="266" r:id="Ra3adb31945b348bf"/>
    <p:sldId xmlns:r="http://schemas.openxmlformats.org/officeDocument/2006/relationships" id="267" r:id="R2a4ea4e7fc4a47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51e947240f412e" Type="http://schemas.openxmlformats.org/officeDocument/2006/relationships/slide" Target="slides/slide10.xml"/><Relationship Id="R0f7553e932e9497d" Type="http://schemas.openxmlformats.org/officeDocument/2006/relationships/slide" Target="slides/slide3.xml"/><Relationship Id="R1af04ce3a8164d1e" Type="http://schemas.openxmlformats.org/officeDocument/2006/relationships/slideMaster" Target="slideMasters/slideMaster1.xml"/><Relationship Id="R20efd5bf582e4709" Type="http://schemas.openxmlformats.org/officeDocument/2006/relationships/presProps" Target="presProps.xml"/><Relationship Id="R2409bfcfbb6e4f27" Type="http://schemas.openxmlformats.org/officeDocument/2006/relationships/slide" Target="slides/slide9.xml"/><Relationship Id="R2a4ea4e7fc4a4708" Type="http://schemas.openxmlformats.org/officeDocument/2006/relationships/slide" Target="slides/slide12.xml"/><Relationship Id="R3707c5e831d3475c" Type="http://schemas.openxmlformats.org/officeDocument/2006/relationships/slide" Target="slides/slide1.xml"/><Relationship Id="R47da82912fe54be1" Type="http://schemas.openxmlformats.org/officeDocument/2006/relationships/slide" Target="slides/slide4.xml"/><Relationship Id="R4fadba4064b54d71" Type="http://schemas.openxmlformats.org/officeDocument/2006/relationships/slide" Target="slides/slide6.xml"/><Relationship Id="R7f1c6bf5ef3d4ab4" Type="http://schemas.openxmlformats.org/officeDocument/2006/relationships/slide" Target="slides/slide8.xml"/><Relationship Id="R8f449eb9b7b5429e" Type="http://schemas.openxmlformats.org/officeDocument/2006/relationships/slide" Target="slides/slide7.xml"/><Relationship Id="R9d7cc2cf31d449b7" Type="http://schemas.openxmlformats.org/officeDocument/2006/relationships/theme" Target="theme/theme1.xml"/><Relationship Id="Ra3adb31945b348bf" Type="http://schemas.openxmlformats.org/officeDocument/2006/relationships/slide" Target="slides/slide11.xml"/><Relationship Id="Rb1566535b78c4c60" Type="http://schemas.openxmlformats.org/officeDocument/2006/relationships/slide" Target="slides/slide2.xml"/><Relationship Id="Rb44be1fd64824853" Type="http://schemas.openxmlformats.org/officeDocument/2006/relationships/slide" Target="slides/slide5.xml"/><Relationship Id="Rbcf792ea221b4f10" Type="http://schemas.openxmlformats.org/officeDocument/2006/relationships/tableStyles" Target="tableStyles.xml"/><Relationship Id="Rcfdb078aa14346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4b0c00b606c54a6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eb6a88d2bb94676" Type="http://schemas.openxmlformats.org/officeDocument/2006/relationships/slide" Target="../slides/slide1.xml"/><Relationship Id="R3792b4288d6c49c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2b811aa940f4abd" Type="http://schemas.openxmlformats.org/officeDocument/2006/relationships/slide" Target="../slides/slide2.xml"/><Relationship Id="R4a66033ac0704096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ab5e372f3614c58" Type="http://schemas.openxmlformats.org/officeDocument/2006/relationships/notesMaster" Target="../notesMasters/notesMaster1.xml"/><Relationship Id="Rbd51e74c55c24d3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4e361b741c246d2" Type="http://schemas.openxmlformats.org/officeDocument/2006/relationships/notesMaster" Target="../notesMasters/notesMaster1.xml"/><Relationship Id="Rd392c12036b5471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b23128d8bbc405d" Type="http://schemas.openxmlformats.org/officeDocument/2006/relationships/notesMaster" Target="../notesMasters/notesMaster1.xml"/><Relationship Id="Reb795f1e587c439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1215db6fc404406" Type="http://schemas.openxmlformats.org/officeDocument/2006/relationships/slide" Target="../slides/slide6.xml"/><Relationship Id="Rfbf812bb0eb04f1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153819d559a4d87" Type="http://schemas.openxmlformats.org/officeDocument/2006/relationships/slide" Target="../slides/slide7.xml"/><Relationship Id="R6422e00ff704452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61fd0cb6ba744de" Type="http://schemas.openxmlformats.org/officeDocument/2006/relationships/notesMaster" Target="../notesMasters/notesMaster1.xml"/><Relationship Id="Re1f2e7781c2e457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1f4a7862c1e464d" Type="http://schemas.openxmlformats.org/officeDocument/2006/relationships/slide" Target="../slides/slide9.xml"/><Relationship Id="R226f477b7d104ad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bdbcff408b14a32" Type="http://schemas.openxmlformats.org/officeDocument/2006/relationships/slide" Target="../slides/slide10.xml"/><Relationship Id="Ra24f3928310b4f1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ca601dead61f4fd8" Type="http://schemas.openxmlformats.org/officeDocument/2006/relationships/slide" Target="../slides/slide11.xml"/><Relationship Id="Rd73ec537f9774d1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dc60681189b4897" Type="http://schemas.openxmlformats.org/officeDocument/2006/relationships/slide" Target="../slides/slide12.xml"/><Relationship Id="Rbfeb76966f3b4515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60cbbb9aaa5445a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ee2a3165474c420c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d4b6670c4fe42b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5f9b9eda6d1c472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c9fa82c9414476b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e7a36f48d724c1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DDAC9F-9760-4E89-B94B-B2DB928B3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08E975-4A28-44D4-9DDE-C2F0EDEC70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C21E81-EDC4-4EEE-9B9D-409F19B97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F9F147-9650-4A0F-B848-019BC390A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093893-A2BC-4A38-AB2C-60AF9ADCB9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8617BA-3689-4CB0-A081-DADDC9839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F9EA84-EE13-4C8E-AD22-B195FBD4B8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91D4EBC-6DA4-4401-B413-BB4F4D69E9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B02F76-5B60-4F60-8A84-8DE3F02233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A733E6-1184-4ABB-A7C4-72D23878AF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8c1255f56c84ccc" Type="http://schemas.openxmlformats.org/officeDocument/2006/relationships/slideLayout" Target="../slideLayouts/slideLayout3.xml"/><Relationship Id="R575b39e31695414f" Type="http://schemas.openxmlformats.org/officeDocument/2006/relationships/slideLayout" Target="../slideLayouts/slideLayout5.xml"/><Relationship Id="R5d1c9c979c924878" Type="http://schemas.openxmlformats.org/officeDocument/2006/relationships/theme" Target="theme/theme2.xml"/><Relationship Id="R5e1fc3a818644359" Type="http://schemas.openxmlformats.org/officeDocument/2006/relationships/slideLayout" Target="../slideLayouts/slideLayout4.xml"/><Relationship Id="R619db6297499479b" Type="http://schemas.openxmlformats.org/officeDocument/2006/relationships/slideLayout" Target="../slideLayouts/slideLayout2.xml"/><Relationship Id="Ra5c67fe3eb4c4678" Type="http://schemas.openxmlformats.org/officeDocument/2006/relationships/slideLayout" Target="../slideLayouts/slideLayout1.xml"/><Relationship Id="Rc0b80f90035d41bb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c67fe3eb4c4678"/>
    <p:sldLayoutId xmlns:r="http://schemas.openxmlformats.org/officeDocument/2006/relationships" id="2147483650" r:id="R619db6297499479b"/>
    <p:sldLayoutId xmlns:r="http://schemas.openxmlformats.org/officeDocument/2006/relationships" id="2147483651" r:id="R48c1255f56c84ccc"/>
    <p:sldLayoutId xmlns:r="http://schemas.openxmlformats.org/officeDocument/2006/relationships" id="2147483652" r:id="R5e1fc3a818644359"/>
    <p:sldLayoutId xmlns:r="http://schemas.openxmlformats.org/officeDocument/2006/relationships" id="2147483653" r:id="R575b39e31695414f"/>
    <p:sldLayoutId xmlns:r="http://schemas.openxmlformats.org/officeDocument/2006/relationships" id="2147483654" r:id="Rc0b80f90035d41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fbce83cfc204d4c" Type="http://schemas.openxmlformats.org/officeDocument/2006/relationships/notesSlide" Target="../notesSlides/notesSlide1.xml"/><Relationship Id="Rfe7d228aa1a04e69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c9d7db58a0524359" Type="http://schemas.openxmlformats.org/officeDocument/2006/relationships/slideLayout" Target="../slideLayouts/slideLayout6.xml"/><Relationship Id="Rd2ecc8d8985249c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bee2b9959ab4293" Type="http://schemas.openxmlformats.org/officeDocument/2006/relationships/notesSlide" Target="../notesSlides/notesSlide3.xml"/><Relationship Id="R739deb9c32934c1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80100d1b22d94207" Type="http://schemas.openxmlformats.org/officeDocument/2006/relationships/notesSlide" Target="../notesSlides/notesSlide4.xml"/><Relationship Id="R8bee2b19d1e649e5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3805e8f962c348c6" Type="http://schemas.openxmlformats.org/officeDocument/2006/relationships/notesSlide" Target="../notesSlides/notesSlide5.xml"/><Relationship Id="Rcb77af65d5f04c34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9baecb60b46b4fd7" Type="http://schemas.openxmlformats.org/officeDocument/2006/relationships/slideLayout" Target="../slideLayouts/slideLayout6.xml"/><Relationship Id="Ref0dc210178d4f5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b8a559d85e494ab3" Type="http://schemas.openxmlformats.org/officeDocument/2006/relationships/slideLayout" Target="../slideLayouts/slideLayout6.xml"/><Relationship Id="Rc1a2cf83902b4a2b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947ac91990240be" Type="http://schemas.openxmlformats.org/officeDocument/2006/relationships/notesSlide" Target="../notesSlides/notesSlide8.xml"/><Relationship Id="Ree9fd3ebb4c44cae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14bc3460793641a8" Type="http://schemas.openxmlformats.org/officeDocument/2006/relationships/slideLayout" Target="../slideLayouts/slideLayout6.xml"/><Relationship Id="R522b5dfc508e404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5fc68d7f98a4a28" Type="http://schemas.openxmlformats.org/officeDocument/2006/relationships/notesSlide" Target="../notesSlides/notesSlide10.xml"/><Relationship Id="R36fada95383f49f9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10cdc14b9cfc4fa4" Type="http://schemas.openxmlformats.org/officeDocument/2006/relationships/slideLayout" Target="../slideLayouts/slideLayout6.xml"/><Relationship Id="Rd6ca90ee362c4d7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c3c5382471c42a2" Type="http://schemas.openxmlformats.org/officeDocument/2006/relationships/slideLayout" Target="../slideLayouts/slideLayout6.xml"/><Relationship Id="R735b8c1a8ad841e2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D3574-6A96-4DA6-9BEA-F5C7707B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EA012-F293-4926-BC58-F8762DF5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2D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EA6FF-503A-4E41-A0CE-51AE1D93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2A631-E92F-4434-8FC8-C9951912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161B"/>
                </a:solidFill>
              </a:defRPr>
            </a:defPPr>
            <a:lvl1pPr>
              <a:defRPr sz="3150" b="1">
                <a:solidFill>
                  <a:srgbClr val="17161B"/>
                </a:solidFill>
              </a:defRPr>
            </a:lvl1pPr>
            <a:lvl2pPr>
              <a:defRPr sz="3150" b="1">
                <a:solidFill>
                  <a:srgbClr val="17161B"/>
                </a:solidFill>
              </a:defRPr>
            </a:lvl2pPr>
            <a:lvl3pPr>
              <a:defRPr sz="3150" b="1">
                <a:solidFill>
                  <a:srgbClr val="17161B"/>
                </a:solidFill>
              </a:defRPr>
            </a:lvl3pPr>
            <a:lvl4pPr>
              <a:defRPr sz="3150" b="1">
                <a:solidFill>
                  <a:srgbClr val="17161B"/>
                </a:solidFill>
              </a:defRPr>
            </a:lvl4pPr>
            <a:lvl5pPr>
              <a:defRPr sz="3150" b="1">
                <a:solidFill>
                  <a:srgbClr val="17161B"/>
                </a:solidFill>
              </a:defRPr>
            </a:lvl5pPr>
            <a:lvl6pPr>
              <a:defRPr sz="3150" b="1">
                <a:solidFill>
                  <a:srgbClr val="17161B"/>
                </a:solidFill>
              </a:defRPr>
            </a:lvl6pPr>
            <a:lvl7pPr>
              <a:defRPr sz="3150" b="1">
                <a:solidFill>
                  <a:srgbClr val="17161B"/>
                </a:solidFill>
              </a:defRPr>
            </a:lvl7pPr>
            <a:lvl8pPr>
              <a:defRPr sz="3150" b="1">
                <a:solidFill>
                  <a:srgbClr val="17161B"/>
                </a:solidFill>
              </a:defRPr>
            </a:lvl8pPr>
            <a:lvl9pPr>
              <a:defRPr sz="31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161B"/>
                </a:solidFill>
              </a:defRPr>
            </a:pPr>
            <a:r>
              <a:rPr sz="3150" b="1">
                <a:solidFill>
                  <a:srgbClr val="17161B"/>
                </a:solidFill>
              </a:rPr>
              <a:t>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4715C-3FEA-495F-A97C-1AF6F3F6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9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79B5B"/>
                </a:solidFill>
              </a:defRPr>
            </a:defPPr>
            <a:lvl1pPr>
              <a:defRPr sz="1125" b="1">
                <a:solidFill>
                  <a:srgbClr val="C79B5B"/>
                </a:solidFill>
              </a:defRPr>
            </a:lvl1pPr>
            <a:lvl2pPr>
              <a:defRPr sz="1125" b="1">
                <a:solidFill>
                  <a:srgbClr val="C79B5B"/>
                </a:solidFill>
              </a:defRPr>
            </a:lvl2pPr>
            <a:lvl3pPr>
              <a:defRPr sz="1125" b="1">
                <a:solidFill>
                  <a:srgbClr val="C79B5B"/>
                </a:solidFill>
              </a:defRPr>
            </a:lvl3pPr>
            <a:lvl4pPr>
              <a:defRPr sz="1125" b="1">
                <a:solidFill>
                  <a:srgbClr val="C79B5B"/>
                </a:solidFill>
              </a:defRPr>
            </a:lvl4pPr>
            <a:lvl5pPr>
              <a:defRPr sz="1125" b="1">
                <a:solidFill>
                  <a:srgbClr val="C79B5B"/>
                </a:solidFill>
              </a:defRPr>
            </a:lvl5pPr>
            <a:lvl6pPr>
              <a:defRPr sz="1125" b="1">
                <a:solidFill>
                  <a:srgbClr val="C79B5B"/>
                </a:solidFill>
              </a:defRPr>
            </a:lvl6pPr>
            <a:lvl7pPr>
              <a:defRPr sz="1125" b="1">
                <a:solidFill>
                  <a:srgbClr val="C79B5B"/>
                </a:solidFill>
              </a:defRPr>
            </a:lvl7pPr>
            <a:lvl8pPr>
              <a:defRPr sz="1125" b="1">
                <a:solidFill>
                  <a:srgbClr val="C79B5B"/>
                </a:solidFill>
              </a:defRPr>
            </a:lvl8pPr>
            <a:lvl9pPr>
              <a:defRPr sz="112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79B5B"/>
                </a:solidFill>
              </a:defRPr>
            </a:pPr>
            <a:r>
              <a:rPr sz="1125" b="1">
                <a:solidFill>
                  <a:srgbClr val="C79B5B"/>
                </a:solidFill>
              </a:rPr>
              <a:t>七牛云内部评审汇报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0C010-A8FD-4EC7-B752-3F921CF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572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4EFE6"/>
                </a:solidFill>
              </a:defRPr>
            </a:defPPr>
            <a:lvl1pPr>
              <a:defRPr sz="4500" b="1">
                <a:solidFill>
                  <a:srgbClr val="F4EFE6"/>
                </a:solidFill>
              </a:defRPr>
            </a:lvl1pPr>
            <a:lvl2pPr>
              <a:defRPr sz="4500" b="1">
                <a:solidFill>
                  <a:srgbClr val="F4EFE6"/>
                </a:solidFill>
              </a:defRPr>
            </a:lvl2pPr>
            <a:lvl3pPr>
              <a:defRPr sz="4500" b="1">
                <a:solidFill>
                  <a:srgbClr val="F4EFE6"/>
                </a:solidFill>
              </a:defRPr>
            </a:lvl3pPr>
            <a:lvl4pPr>
              <a:defRPr sz="4500" b="1">
                <a:solidFill>
                  <a:srgbClr val="F4EFE6"/>
                </a:solidFill>
              </a:defRPr>
            </a:lvl4pPr>
            <a:lvl5pPr>
              <a:defRPr sz="4500" b="1">
                <a:solidFill>
                  <a:srgbClr val="F4EFE6"/>
                </a:solidFill>
              </a:defRPr>
            </a:lvl5pPr>
            <a:lvl6pPr>
              <a:defRPr sz="4500" b="1">
                <a:solidFill>
                  <a:srgbClr val="F4EFE6"/>
                </a:solidFill>
              </a:defRPr>
            </a:lvl6pPr>
            <a:lvl7pPr>
              <a:defRPr sz="4500" b="1">
                <a:solidFill>
                  <a:srgbClr val="F4EFE6"/>
                </a:solidFill>
              </a:defRPr>
            </a:lvl7pPr>
            <a:lvl8pPr>
              <a:defRPr sz="4500" b="1">
                <a:solidFill>
                  <a:srgbClr val="F4EFE6"/>
                </a:solidFill>
              </a:defRPr>
            </a:lvl8pPr>
            <a:lvl9pPr>
              <a:defRPr sz="4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4EFE6"/>
                </a:solidFill>
              </a:defRPr>
            </a:pPr>
            <a:r>
              <a:rPr sz="4500" b="1">
                <a:solidFill>
                  <a:srgbClr val="F4EFE6"/>
                </a:solidFill>
              </a:rPr>
              <a:t>《云令入局》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132F6-3786-4608-88BE-C1EEDDFE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812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7DFD3"/>
                </a:solidFill>
              </a:defRPr>
            </a:defPPr>
            <a:lvl1pPr>
              <a:defRPr sz="1425" b="0">
                <a:solidFill>
                  <a:srgbClr val="E7DFD3"/>
                </a:solidFill>
              </a:defRPr>
            </a:lvl1pPr>
            <a:lvl2pPr>
              <a:defRPr sz="1425" b="0">
                <a:solidFill>
                  <a:srgbClr val="E7DFD3"/>
                </a:solidFill>
              </a:defRPr>
            </a:lvl2pPr>
            <a:lvl3pPr>
              <a:defRPr sz="1425" b="0">
                <a:solidFill>
                  <a:srgbClr val="E7DFD3"/>
                </a:solidFill>
              </a:defRPr>
            </a:lvl3pPr>
            <a:lvl4pPr>
              <a:defRPr sz="1425" b="0">
                <a:solidFill>
                  <a:srgbClr val="E7DFD3"/>
                </a:solidFill>
              </a:defRPr>
            </a:lvl4pPr>
            <a:lvl5pPr>
              <a:defRPr sz="1425" b="0">
                <a:solidFill>
                  <a:srgbClr val="E7DFD3"/>
                </a:solidFill>
              </a:defRPr>
            </a:lvl5pPr>
            <a:lvl6pPr>
              <a:defRPr sz="1425" b="0">
                <a:solidFill>
                  <a:srgbClr val="E7DFD3"/>
                </a:solidFill>
              </a:defRPr>
            </a:lvl6pPr>
            <a:lvl7pPr>
              <a:defRPr sz="1425" b="0">
                <a:solidFill>
                  <a:srgbClr val="E7DFD3"/>
                </a:solidFill>
              </a:defRPr>
            </a:lvl7pPr>
            <a:lvl8pPr>
              <a:defRPr sz="1425" b="0">
                <a:solidFill>
                  <a:srgbClr val="E7DFD3"/>
                </a:solidFill>
              </a:defRPr>
            </a:lvl8pPr>
            <a:lvl9pPr>
              <a:defRPr sz="1425" b="0">
                <a:solidFill>
                  <a:srgbClr val="E7DFD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7DFD3"/>
                </a:solidFill>
              </a:defRPr>
            </a:pPr>
            <a:r>
              <a:rPr sz="1425" b="0">
                <a:solidFill>
                  <a:srgbClr val="E7DFD3"/>
                </a:solidFill>
              </a:rPr>
              <a:t>三集竖屏古装品牌短剧 · 制作过程与正式生成计划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371E8-A951-45FB-8523-E4A95D47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336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9B0A7"/>
                </a:solidFill>
              </a:defRPr>
            </a:defPPr>
            <a:lvl1pPr>
              <a:defRPr sz="1350" b="0">
                <a:solidFill>
                  <a:srgbClr val="B9B0A7"/>
                </a:solidFill>
              </a:defRPr>
            </a:lvl1pPr>
            <a:lvl2pPr>
              <a:defRPr sz="1350" b="0">
                <a:solidFill>
                  <a:srgbClr val="B9B0A7"/>
                </a:solidFill>
              </a:defRPr>
            </a:lvl2pPr>
            <a:lvl3pPr>
              <a:defRPr sz="1350" b="0">
                <a:solidFill>
                  <a:srgbClr val="B9B0A7"/>
                </a:solidFill>
              </a:defRPr>
            </a:lvl3pPr>
            <a:lvl4pPr>
              <a:defRPr sz="1350" b="0">
                <a:solidFill>
                  <a:srgbClr val="B9B0A7"/>
                </a:solidFill>
              </a:defRPr>
            </a:lvl4pPr>
            <a:lvl5pPr>
              <a:defRPr sz="1350" b="0">
                <a:solidFill>
                  <a:srgbClr val="B9B0A7"/>
                </a:solidFill>
              </a:defRPr>
            </a:lvl5pPr>
            <a:lvl6pPr>
              <a:defRPr sz="1350" b="0">
                <a:solidFill>
                  <a:srgbClr val="B9B0A7"/>
                </a:solidFill>
              </a:defRPr>
            </a:lvl6pPr>
            <a:lvl7pPr>
              <a:defRPr sz="1350" b="0">
                <a:solidFill>
                  <a:srgbClr val="B9B0A7"/>
                </a:solidFill>
              </a:defRPr>
            </a:lvl7pPr>
            <a:lvl8pPr>
              <a:defRPr sz="1350" b="0">
                <a:solidFill>
                  <a:srgbClr val="B9B0A7"/>
                </a:solidFill>
              </a:defRPr>
            </a:lvl8pPr>
            <a:lvl9pPr>
              <a:defRPr sz="135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9B0A7"/>
                </a:solidFill>
              </a:defRPr>
            </a:pPr>
            <a:r>
              <a:rPr sz="1350" b="0">
                <a:solidFill>
                  <a:srgbClr val="B9B0A7"/>
                </a:solidFill>
              </a:rPr>
              <a:t>用一条残缺军令，把“底层支持不掉链”拍成一场入局。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71714-7365-4894-BE4C-B91C001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62300"/>
            <a:ext cx="1257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EBB91-9F3F-4C7B-8023-C2D82A27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71825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内部评审版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A0F7A-68C6-4D31-99FF-73CFBD29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1371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034BE-E32E-471A-AA92-0839E5A7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7182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正式样片阶段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64C4D-0C9C-4054-AE5A-5E25102A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1504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90502-5569-4F99-867C-73D33B1E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71825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9B5B"/>
                </a:solidFill>
              </a:defRPr>
            </a:defPPr>
            <a:lvl1pPr>
              <a:defRPr sz="1050" b="1">
                <a:solidFill>
                  <a:srgbClr val="C79B5B"/>
                </a:solidFill>
              </a:defRPr>
            </a:lvl1pPr>
            <a:lvl2pPr>
              <a:defRPr sz="1050" b="1">
                <a:solidFill>
                  <a:srgbClr val="C79B5B"/>
                </a:solidFill>
              </a:defRPr>
            </a:lvl2pPr>
            <a:lvl3pPr>
              <a:defRPr sz="1050" b="1">
                <a:solidFill>
                  <a:srgbClr val="C79B5B"/>
                </a:solidFill>
              </a:defRPr>
            </a:lvl3pPr>
            <a:lvl4pPr>
              <a:defRPr sz="1050" b="1">
                <a:solidFill>
                  <a:srgbClr val="C79B5B"/>
                </a:solidFill>
              </a:defRPr>
            </a:lvl4pPr>
            <a:lvl5pPr>
              <a:defRPr sz="1050" b="1">
                <a:solidFill>
                  <a:srgbClr val="C79B5B"/>
                </a:solidFill>
              </a:defRPr>
            </a:lvl5pPr>
            <a:lvl6pPr>
              <a:defRPr sz="1050" b="1">
                <a:solidFill>
                  <a:srgbClr val="C79B5B"/>
                </a:solidFill>
              </a:defRPr>
            </a:lvl6pPr>
            <a:lvl7pPr>
              <a:defRPr sz="1050" b="1">
                <a:solidFill>
                  <a:srgbClr val="C79B5B"/>
                </a:solidFill>
              </a:defRPr>
            </a:lvl7pPr>
            <a:lvl8pPr>
              <a:defRPr sz="1050" b="1">
                <a:solidFill>
                  <a:srgbClr val="C79B5B"/>
                </a:solidFill>
              </a:defRPr>
            </a:lvl8pPr>
            <a:lvl9pPr>
              <a:defRPr sz="10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79B5B"/>
                </a:solidFill>
              </a:defRPr>
            </a:pPr>
            <a:r>
              <a:rPr sz="1050" b="1">
                <a:solidFill>
                  <a:srgbClr val="C79B5B"/>
                </a:solidFill>
              </a:rPr>
              <a:t>全片批量生成中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17C64-2B67-4E55-8B5A-D1AFDE3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362450" cy="533400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211F27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6AFFF-9FFB-4BBA-A43D-9BA6DC93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79B5B"/>
                </a:solidFill>
              </a:defRPr>
            </a:defPPr>
            <a:lvl1pPr>
              <a:defRPr sz="1350" b="1">
                <a:solidFill>
                  <a:srgbClr val="C79B5B"/>
                </a:solidFill>
              </a:defRPr>
            </a:lvl1pPr>
            <a:lvl2pPr>
              <a:defRPr sz="1350" b="1">
                <a:solidFill>
                  <a:srgbClr val="C79B5B"/>
                </a:solidFill>
              </a:defRPr>
            </a:lvl2pPr>
            <a:lvl3pPr>
              <a:defRPr sz="1350" b="1">
                <a:solidFill>
                  <a:srgbClr val="C79B5B"/>
                </a:solidFill>
              </a:defRPr>
            </a:lvl3pPr>
            <a:lvl4pPr>
              <a:defRPr sz="1350" b="1">
                <a:solidFill>
                  <a:srgbClr val="C79B5B"/>
                </a:solidFill>
              </a:defRPr>
            </a:lvl4pPr>
            <a:lvl5pPr>
              <a:defRPr sz="1350" b="1">
                <a:solidFill>
                  <a:srgbClr val="C79B5B"/>
                </a:solidFill>
              </a:defRPr>
            </a:lvl5pPr>
            <a:lvl6pPr>
              <a:defRPr sz="1350" b="1">
                <a:solidFill>
                  <a:srgbClr val="C79B5B"/>
                </a:solidFill>
              </a:defRPr>
            </a:lvl6pPr>
            <a:lvl7pPr>
              <a:defRPr sz="1350" b="1">
                <a:solidFill>
                  <a:srgbClr val="C79B5B"/>
                </a:solidFill>
              </a:defRPr>
            </a:lvl7pPr>
            <a:lvl8pPr>
              <a:defRPr sz="1350" b="1">
                <a:solidFill>
                  <a:srgbClr val="C79B5B"/>
                </a:solidFill>
              </a:defRPr>
            </a:lvl8pPr>
            <a:lvl9pPr>
              <a:defRPr sz="13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79B5B"/>
                </a:solidFill>
              </a:defRPr>
            </a:pPr>
            <a:r>
              <a:rPr sz="1350" b="1">
                <a:solidFill>
                  <a:srgbClr val="C79B5B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E53EA-8CA3-4F88-9530-25EFE2F2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28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EFE6"/>
                </a:solidFill>
              </a:defRPr>
            </a:defPPr>
            <a:lvl1pPr>
              <a:defRPr sz="1725" b="1">
                <a:solidFill>
                  <a:srgbClr val="F4EFE6"/>
                </a:solidFill>
              </a:defRPr>
            </a:lvl1pPr>
            <a:lvl2pPr>
              <a:defRPr sz="1725" b="1">
                <a:solidFill>
                  <a:srgbClr val="F4EFE6"/>
                </a:solidFill>
              </a:defRPr>
            </a:lvl2pPr>
            <a:lvl3pPr>
              <a:defRPr sz="1725" b="1">
                <a:solidFill>
                  <a:srgbClr val="F4EFE6"/>
                </a:solidFill>
              </a:defRPr>
            </a:lvl3pPr>
            <a:lvl4pPr>
              <a:defRPr sz="1725" b="1">
                <a:solidFill>
                  <a:srgbClr val="F4EFE6"/>
                </a:solidFill>
              </a:defRPr>
            </a:lvl4pPr>
            <a:lvl5pPr>
              <a:defRPr sz="1725" b="1">
                <a:solidFill>
                  <a:srgbClr val="F4EFE6"/>
                </a:solidFill>
              </a:defRPr>
            </a:lvl5pPr>
            <a:lvl6pPr>
              <a:defRPr sz="1725" b="1">
                <a:solidFill>
                  <a:srgbClr val="F4EFE6"/>
                </a:solidFill>
              </a:defRPr>
            </a:lvl6pPr>
            <a:lvl7pPr>
              <a:defRPr sz="1725" b="1">
                <a:solidFill>
                  <a:srgbClr val="F4EFE6"/>
                </a:solidFill>
              </a:defRPr>
            </a:lvl7pPr>
            <a:lvl8pPr>
              <a:defRPr sz="1725" b="1">
                <a:solidFill>
                  <a:srgbClr val="F4EFE6"/>
                </a:solidFill>
              </a:defRPr>
            </a:lvl8pPr>
            <a:lvl9pPr>
              <a:defRPr sz="17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EFE6"/>
                </a:solidFill>
              </a:defRPr>
            </a:pPr>
            <a:r>
              <a:rPr sz="1725" b="1">
                <a:solidFill>
                  <a:srgbClr val="F4EFE6"/>
                </a:solidFill>
              </a:rPr>
              <a:t>梅岭旧令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4134D-BC68-4956-A0FF-B9C35062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B0A7"/>
                </a:solidFill>
              </a:defRPr>
            </a:defPPr>
            <a:lvl1pPr>
              <a:defRPr sz="1050" b="0">
                <a:solidFill>
                  <a:srgbClr val="B9B0A7"/>
                </a:solidFill>
              </a:defRPr>
            </a:lvl1pPr>
            <a:lvl2pPr>
              <a:defRPr sz="1050" b="0">
                <a:solidFill>
                  <a:srgbClr val="B9B0A7"/>
                </a:solidFill>
              </a:defRPr>
            </a:lvl2pPr>
            <a:lvl3pPr>
              <a:defRPr sz="1050" b="0">
                <a:solidFill>
                  <a:srgbClr val="B9B0A7"/>
                </a:solidFill>
              </a:defRPr>
            </a:lvl3pPr>
            <a:lvl4pPr>
              <a:defRPr sz="1050" b="0">
                <a:solidFill>
                  <a:srgbClr val="B9B0A7"/>
                </a:solidFill>
              </a:defRPr>
            </a:lvl4pPr>
            <a:lvl5pPr>
              <a:defRPr sz="1050" b="0">
                <a:solidFill>
                  <a:srgbClr val="B9B0A7"/>
                </a:solidFill>
              </a:defRPr>
            </a:lvl5pPr>
            <a:lvl6pPr>
              <a:defRPr sz="1050" b="0">
                <a:solidFill>
                  <a:srgbClr val="B9B0A7"/>
                </a:solidFill>
              </a:defRPr>
            </a:lvl6pPr>
            <a:lvl7pPr>
              <a:defRPr sz="1050" b="0">
                <a:solidFill>
                  <a:srgbClr val="B9B0A7"/>
                </a:solidFill>
              </a:defRPr>
            </a:lvl7pPr>
            <a:lvl8pPr>
              <a:defRPr sz="1050" b="0">
                <a:solidFill>
                  <a:srgbClr val="B9B0A7"/>
                </a:solidFill>
              </a:defRPr>
            </a:lvl8pPr>
            <a:lvl9pPr>
              <a:defRPr sz="105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B0A7"/>
                </a:solidFill>
              </a:defRPr>
            </a:pPr>
            <a:r>
              <a:rPr sz="1050" b="0">
                <a:solidFill>
                  <a:srgbClr val="B9B0A7"/>
                </a:solidFill>
              </a:rPr>
              <a:t>证据从火线里留下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29F1D-7721-4DEA-B9E3-713BFB3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33A2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DDD60-2589-4BD9-98C8-882FA814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C8B77-6ABE-41FF-9743-1D68C66F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79B5B"/>
                </a:solidFill>
              </a:defRPr>
            </a:defPPr>
            <a:lvl1pPr>
              <a:defRPr sz="1350" b="1">
                <a:solidFill>
                  <a:srgbClr val="C79B5B"/>
                </a:solidFill>
              </a:defRPr>
            </a:lvl1pPr>
            <a:lvl2pPr>
              <a:defRPr sz="1350" b="1">
                <a:solidFill>
                  <a:srgbClr val="C79B5B"/>
                </a:solidFill>
              </a:defRPr>
            </a:lvl2pPr>
            <a:lvl3pPr>
              <a:defRPr sz="1350" b="1">
                <a:solidFill>
                  <a:srgbClr val="C79B5B"/>
                </a:solidFill>
              </a:defRPr>
            </a:lvl3pPr>
            <a:lvl4pPr>
              <a:defRPr sz="1350" b="1">
                <a:solidFill>
                  <a:srgbClr val="C79B5B"/>
                </a:solidFill>
              </a:defRPr>
            </a:lvl4pPr>
            <a:lvl5pPr>
              <a:defRPr sz="1350" b="1">
                <a:solidFill>
                  <a:srgbClr val="C79B5B"/>
                </a:solidFill>
              </a:defRPr>
            </a:lvl5pPr>
            <a:lvl6pPr>
              <a:defRPr sz="1350" b="1">
                <a:solidFill>
                  <a:srgbClr val="C79B5B"/>
                </a:solidFill>
              </a:defRPr>
            </a:lvl6pPr>
            <a:lvl7pPr>
              <a:defRPr sz="1350" b="1">
                <a:solidFill>
                  <a:srgbClr val="C79B5B"/>
                </a:solidFill>
              </a:defRPr>
            </a:lvl7pPr>
            <a:lvl8pPr>
              <a:defRPr sz="1350" b="1">
                <a:solidFill>
                  <a:srgbClr val="C79B5B"/>
                </a:solidFill>
              </a:defRPr>
            </a:lvl8pPr>
            <a:lvl9pPr>
              <a:defRPr sz="13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79B5B"/>
                </a:solidFill>
              </a:defRPr>
            </a:pPr>
            <a:r>
              <a:rPr sz="1350" b="1">
                <a:solidFill>
                  <a:srgbClr val="C79B5B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A624F-0396-4183-8BEF-95D1C44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EFE6"/>
                </a:solidFill>
              </a:defRPr>
            </a:defPPr>
            <a:lvl1pPr>
              <a:defRPr sz="1725" b="1">
                <a:solidFill>
                  <a:srgbClr val="F4EFE6"/>
                </a:solidFill>
              </a:defRPr>
            </a:lvl1pPr>
            <a:lvl2pPr>
              <a:defRPr sz="1725" b="1">
                <a:solidFill>
                  <a:srgbClr val="F4EFE6"/>
                </a:solidFill>
              </a:defRPr>
            </a:lvl2pPr>
            <a:lvl3pPr>
              <a:defRPr sz="1725" b="1">
                <a:solidFill>
                  <a:srgbClr val="F4EFE6"/>
                </a:solidFill>
              </a:defRPr>
            </a:lvl3pPr>
            <a:lvl4pPr>
              <a:defRPr sz="1725" b="1">
                <a:solidFill>
                  <a:srgbClr val="F4EFE6"/>
                </a:solidFill>
              </a:defRPr>
            </a:lvl4pPr>
            <a:lvl5pPr>
              <a:defRPr sz="1725" b="1">
                <a:solidFill>
                  <a:srgbClr val="F4EFE6"/>
                </a:solidFill>
              </a:defRPr>
            </a:lvl5pPr>
            <a:lvl6pPr>
              <a:defRPr sz="1725" b="1">
                <a:solidFill>
                  <a:srgbClr val="F4EFE6"/>
                </a:solidFill>
              </a:defRPr>
            </a:lvl6pPr>
            <a:lvl7pPr>
              <a:defRPr sz="1725" b="1">
                <a:solidFill>
                  <a:srgbClr val="F4EFE6"/>
                </a:solidFill>
              </a:defRPr>
            </a:lvl7pPr>
            <a:lvl8pPr>
              <a:defRPr sz="1725" b="1">
                <a:solidFill>
                  <a:srgbClr val="F4EFE6"/>
                </a:solidFill>
              </a:defRPr>
            </a:lvl8pPr>
            <a:lvl9pPr>
              <a:defRPr sz="17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EFE6"/>
                </a:solidFill>
              </a:defRPr>
            </a:pPr>
            <a:r>
              <a:rPr sz="1725" b="1">
                <a:solidFill>
                  <a:srgbClr val="F4EFE6"/>
                </a:solidFill>
              </a:rPr>
              <a:t>麒麟锦囊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0A387-10D6-496B-A884-3F33102C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B0A7"/>
                </a:solidFill>
              </a:defRPr>
            </a:defPPr>
            <a:lvl1pPr>
              <a:defRPr sz="1050" b="0">
                <a:solidFill>
                  <a:srgbClr val="B9B0A7"/>
                </a:solidFill>
              </a:defRPr>
            </a:lvl1pPr>
            <a:lvl2pPr>
              <a:defRPr sz="1050" b="0">
                <a:solidFill>
                  <a:srgbClr val="B9B0A7"/>
                </a:solidFill>
              </a:defRPr>
            </a:lvl2pPr>
            <a:lvl3pPr>
              <a:defRPr sz="1050" b="0">
                <a:solidFill>
                  <a:srgbClr val="B9B0A7"/>
                </a:solidFill>
              </a:defRPr>
            </a:lvl3pPr>
            <a:lvl4pPr>
              <a:defRPr sz="1050" b="0">
                <a:solidFill>
                  <a:srgbClr val="B9B0A7"/>
                </a:solidFill>
              </a:defRPr>
            </a:lvl4pPr>
            <a:lvl5pPr>
              <a:defRPr sz="1050" b="0">
                <a:solidFill>
                  <a:srgbClr val="B9B0A7"/>
                </a:solidFill>
              </a:defRPr>
            </a:lvl5pPr>
            <a:lvl6pPr>
              <a:defRPr sz="1050" b="0">
                <a:solidFill>
                  <a:srgbClr val="B9B0A7"/>
                </a:solidFill>
              </a:defRPr>
            </a:lvl6pPr>
            <a:lvl7pPr>
              <a:defRPr sz="1050" b="0">
                <a:solidFill>
                  <a:srgbClr val="B9B0A7"/>
                </a:solidFill>
              </a:defRPr>
            </a:lvl7pPr>
            <a:lvl8pPr>
              <a:defRPr sz="1050" b="0">
                <a:solidFill>
                  <a:srgbClr val="B9B0A7"/>
                </a:solidFill>
              </a:defRPr>
            </a:lvl8pPr>
            <a:lvl9pPr>
              <a:defRPr sz="105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B0A7"/>
                </a:solidFill>
              </a:defRPr>
            </a:pPr>
            <a:r>
              <a:rPr sz="1050" b="0">
                <a:solidFill>
                  <a:srgbClr val="B9B0A7"/>
                </a:solidFill>
              </a:rPr>
              <a:t>传言成为调度任务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C4D0D-82E2-4C2E-AA0B-6B40C979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79D29-56E7-43FB-8049-A592E669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339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79B5B"/>
                </a:solidFill>
              </a:defRPr>
            </a:defPPr>
            <a:lvl1pPr>
              <a:defRPr sz="1350" b="1">
                <a:solidFill>
                  <a:srgbClr val="C79B5B"/>
                </a:solidFill>
              </a:defRPr>
            </a:lvl1pPr>
            <a:lvl2pPr>
              <a:defRPr sz="1350" b="1">
                <a:solidFill>
                  <a:srgbClr val="C79B5B"/>
                </a:solidFill>
              </a:defRPr>
            </a:lvl2pPr>
            <a:lvl3pPr>
              <a:defRPr sz="1350" b="1">
                <a:solidFill>
                  <a:srgbClr val="C79B5B"/>
                </a:solidFill>
              </a:defRPr>
            </a:lvl3pPr>
            <a:lvl4pPr>
              <a:defRPr sz="1350" b="1">
                <a:solidFill>
                  <a:srgbClr val="C79B5B"/>
                </a:solidFill>
              </a:defRPr>
            </a:lvl4pPr>
            <a:lvl5pPr>
              <a:defRPr sz="1350" b="1">
                <a:solidFill>
                  <a:srgbClr val="C79B5B"/>
                </a:solidFill>
              </a:defRPr>
            </a:lvl5pPr>
            <a:lvl6pPr>
              <a:defRPr sz="1350" b="1">
                <a:solidFill>
                  <a:srgbClr val="C79B5B"/>
                </a:solidFill>
              </a:defRPr>
            </a:lvl6pPr>
            <a:lvl7pPr>
              <a:defRPr sz="1350" b="1">
                <a:solidFill>
                  <a:srgbClr val="C79B5B"/>
                </a:solidFill>
              </a:defRPr>
            </a:lvl7pPr>
            <a:lvl8pPr>
              <a:defRPr sz="1350" b="1">
                <a:solidFill>
                  <a:srgbClr val="C79B5B"/>
                </a:solidFill>
              </a:defRPr>
            </a:lvl8pPr>
            <a:lvl9pPr>
              <a:defRPr sz="13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79B5B"/>
                </a:solidFill>
              </a:defRPr>
            </a:pPr>
            <a:r>
              <a:rPr sz="1350" b="1">
                <a:solidFill>
                  <a:srgbClr val="C79B5B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BBB4EF-D0C7-4930-BB42-D54AF3E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EFE6"/>
                </a:solidFill>
              </a:defRPr>
            </a:defPPr>
            <a:lvl1pPr>
              <a:defRPr sz="1725" b="1">
                <a:solidFill>
                  <a:srgbClr val="F4EFE6"/>
                </a:solidFill>
              </a:defRPr>
            </a:lvl1pPr>
            <a:lvl2pPr>
              <a:defRPr sz="1725" b="1">
                <a:solidFill>
                  <a:srgbClr val="F4EFE6"/>
                </a:solidFill>
              </a:defRPr>
            </a:lvl2pPr>
            <a:lvl3pPr>
              <a:defRPr sz="1725" b="1">
                <a:solidFill>
                  <a:srgbClr val="F4EFE6"/>
                </a:solidFill>
              </a:defRPr>
            </a:lvl3pPr>
            <a:lvl4pPr>
              <a:defRPr sz="1725" b="1">
                <a:solidFill>
                  <a:srgbClr val="F4EFE6"/>
                </a:solidFill>
              </a:defRPr>
            </a:lvl4pPr>
            <a:lvl5pPr>
              <a:defRPr sz="1725" b="1">
                <a:solidFill>
                  <a:srgbClr val="F4EFE6"/>
                </a:solidFill>
              </a:defRPr>
            </a:lvl5pPr>
            <a:lvl6pPr>
              <a:defRPr sz="1725" b="1">
                <a:solidFill>
                  <a:srgbClr val="F4EFE6"/>
                </a:solidFill>
              </a:defRPr>
            </a:lvl6pPr>
            <a:lvl7pPr>
              <a:defRPr sz="1725" b="1">
                <a:solidFill>
                  <a:srgbClr val="F4EFE6"/>
                </a:solidFill>
              </a:defRPr>
            </a:lvl7pPr>
            <a:lvl8pPr>
              <a:defRPr sz="1725" b="1">
                <a:solidFill>
                  <a:srgbClr val="F4EFE6"/>
                </a:solidFill>
              </a:defRPr>
            </a:lvl8pPr>
            <a:lvl9pPr>
              <a:defRPr sz="17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EFE6"/>
                </a:solidFill>
              </a:defRPr>
            </a:pPr>
            <a:r>
              <a:rPr sz="1725" b="1">
                <a:solidFill>
                  <a:srgbClr val="F4EFE6"/>
                </a:solidFill>
              </a:rPr>
              <a:t>入京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5C876B-BDAA-46D9-9809-E4E720B1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9B0A7"/>
                </a:solidFill>
              </a:defRPr>
            </a:defPPr>
            <a:lvl1pPr>
              <a:defRPr sz="1050" b="0">
                <a:solidFill>
                  <a:srgbClr val="B9B0A7"/>
                </a:solidFill>
              </a:defRPr>
            </a:lvl1pPr>
            <a:lvl2pPr>
              <a:defRPr sz="1050" b="0">
                <a:solidFill>
                  <a:srgbClr val="B9B0A7"/>
                </a:solidFill>
              </a:defRPr>
            </a:lvl2pPr>
            <a:lvl3pPr>
              <a:defRPr sz="1050" b="0">
                <a:solidFill>
                  <a:srgbClr val="B9B0A7"/>
                </a:solidFill>
              </a:defRPr>
            </a:lvl3pPr>
            <a:lvl4pPr>
              <a:defRPr sz="1050" b="0">
                <a:solidFill>
                  <a:srgbClr val="B9B0A7"/>
                </a:solidFill>
              </a:defRPr>
            </a:lvl4pPr>
            <a:lvl5pPr>
              <a:defRPr sz="1050" b="0">
                <a:solidFill>
                  <a:srgbClr val="B9B0A7"/>
                </a:solidFill>
              </a:defRPr>
            </a:lvl5pPr>
            <a:lvl6pPr>
              <a:defRPr sz="1050" b="0">
                <a:solidFill>
                  <a:srgbClr val="B9B0A7"/>
                </a:solidFill>
              </a:defRPr>
            </a:lvl6pPr>
            <a:lvl7pPr>
              <a:defRPr sz="1050" b="0">
                <a:solidFill>
                  <a:srgbClr val="B9B0A7"/>
                </a:solidFill>
              </a:defRPr>
            </a:lvl7pPr>
            <a:lvl8pPr>
              <a:defRPr sz="1050" b="0">
                <a:solidFill>
                  <a:srgbClr val="B9B0A7"/>
                </a:solidFill>
              </a:defRPr>
            </a:lvl8pPr>
            <a:lvl9pPr>
              <a:defRPr sz="105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9B0A7"/>
                </a:solidFill>
              </a:defRPr>
            </a:pPr>
            <a:r>
              <a:rPr sz="1050" b="0">
                <a:solidFill>
                  <a:srgbClr val="B9B0A7"/>
                </a:solidFill>
              </a:rPr>
              <a:t>证人与旧案并入金陵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EC54A-4CD1-4A89-B1F7-E64793A5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7DFD3"/>
                </a:solidFill>
              </a:defRPr>
            </a:defPPr>
            <a:lvl1pPr>
              <a:defRPr sz="1125" b="1">
                <a:solidFill>
                  <a:srgbClr val="E7DFD3"/>
                </a:solidFill>
              </a:defRPr>
            </a:lvl1pPr>
            <a:lvl2pPr>
              <a:defRPr sz="1125" b="1">
                <a:solidFill>
                  <a:srgbClr val="E7DFD3"/>
                </a:solidFill>
              </a:defRPr>
            </a:lvl2pPr>
            <a:lvl3pPr>
              <a:defRPr sz="1125" b="1">
                <a:solidFill>
                  <a:srgbClr val="E7DFD3"/>
                </a:solidFill>
              </a:defRPr>
            </a:lvl3pPr>
            <a:lvl4pPr>
              <a:defRPr sz="1125" b="1">
                <a:solidFill>
                  <a:srgbClr val="E7DFD3"/>
                </a:solidFill>
              </a:defRPr>
            </a:lvl4pPr>
            <a:lvl5pPr>
              <a:defRPr sz="1125" b="1">
                <a:solidFill>
                  <a:srgbClr val="E7DFD3"/>
                </a:solidFill>
              </a:defRPr>
            </a:lvl5pPr>
            <a:lvl6pPr>
              <a:defRPr sz="1125" b="1">
                <a:solidFill>
                  <a:srgbClr val="E7DFD3"/>
                </a:solidFill>
              </a:defRPr>
            </a:lvl6pPr>
            <a:lvl7pPr>
              <a:defRPr sz="1125" b="1">
                <a:solidFill>
                  <a:srgbClr val="E7DFD3"/>
                </a:solidFill>
              </a:defRPr>
            </a:lvl7pPr>
            <a:lvl8pPr>
              <a:defRPr sz="1125" b="1">
                <a:solidFill>
                  <a:srgbClr val="E7DFD3"/>
                </a:solidFill>
              </a:defRPr>
            </a:lvl8pPr>
            <a:lvl9pPr>
              <a:defRPr sz="1125" b="1">
                <a:solidFill>
                  <a:srgbClr val="E7DFD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7DFD3"/>
                </a:solidFill>
              </a:defRPr>
            </a:pPr>
            <a:r>
              <a:rPr sz="1125" b="1">
                <a:solidFill>
                  <a:srgbClr val="E7DFD3"/>
                </a:solidFill>
              </a:rPr>
              <a:t>目标输出：3 集 × 2–3 分钟 · 9:16 · 全部故事镜头第一人称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2C5F3-C9BB-40F7-94B3-10ACBC50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2425C8-4119-4ED3-835D-207E4F6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《云令入局》 · 内部评审 · 2026-10-26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5C451-2B43-48AF-9D5F-6F5649AC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1788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02E523-83B7-416A-95CE-9A359EA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79B5B"/>
                </a:solidFill>
              </a:defRPr>
            </a:defPPr>
            <a:lvl1pPr>
              <a:defRPr sz="975" b="1">
                <a:solidFill>
                  <a:srgbClr val="C79B5B"/>
                </a:solidFill>
              </a:defRPr>
            </a:lvl1pPr>
            <a:lvl2pPr>
              <a:defRPr sz="975" b="1">
                <a:solidFill>
                  <a:srgbClr val="C79B5B"/>
                </a:solidFill>
              </a:defRPr>
            </a:lvl2pPr>
            <a:lvl3pPr>
              <a:defRPr sz="975" b="1">
                <a:solidFill>
                  <a:srgbClr val="C79B5B"/>
                </a:solidFill>
              </a:defRPr>
            </a:lvl3pPr>
            <a:lvl4pPr>
              <a:defRPr sz="975" b="1">
                <a:solidFill>
                  <a:srgbClr val="C79B5B"/>
                </a:solidFill>
              </a:defRPr>
            </a:lvl4pPr>
            <a:lvl5pPr>
              <a:defRPr sz="975" b="1">
                <a:solidFill>
                  <a:srgbClr val="C79B5B"/>
                </a:solidFill>
              </a:defRPr>
            </a:lvl5pPr>
            <a:lvl6pPr>
              <a:defRPr sz="975" b="1">
                <a:solidFill>
                  <a:srgbClr val="C79B5B"/>
                </a:solidFill>
              </a:defRPr>
            </a:lvl6pPr>
            <a:lvl7pPr>
              <a:defRPr sz="975" b="1">
                <a:solidFill>
                  <a:srgbClr val="C79B5B"/>
                </a:solidFill>
              </a:defRPr>
            </a:lvl7pPr>
            <a:lvl8pPr>
              <a:defRPr sz="975" b="1">
                <a:solidFill>
                  <a:srgbClr val="C79B5B"/>
                </a:solidFill>
              </a:defRPr>
            </a:lvl8pPr>
            <a:lvl9pPr>
              <a:defRPr sz="9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79B5B"/>
                </a:solidFill>
              </a:defRPr>
            </a:pPr>
            <a:r>
              <a:rPr sz="975" b="1">
                <a:solidFill>
                  <a:srgbClr val="C79B5B"/>
                </a:solidFill>
              </a:rPr>
              <a:t>01 /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1A046-CB32-4C46-AE9A-3E7A2269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8F1"/>
                </a:solidFill>
              </a:defRPr>
            </a:defPPr>
            <a:lvl1pPr>
              <a:defRPr sz="2550" b="1">
                <a:solidFill>
                  <a:srgbClr val="FBF8F1"/>
                </a:solidFill>
              </a:defRPr>
            </a:lvl1pPr>
            <a:lvl2pPr>
              <a:defRPr sz="2550" b="1">
                <a:solidFill>
                  <a:srgbClr val="FBF8F1"/>
                </a:solidFill>
              </a:defRPr>
            </a:lvl2pPr>
            <a:lvl3pPr>
              <a:defRPr sz="2550" b="1">
                <a:solidFill>
                  <a:srgbClr val="FBF8F1"/>
                </a:solidFill>
              </a:defRPr>
            </a:lvl3pPr>
            <a:lvl4pPr>
              <a:defRPr sz="2550" b="1">
                <a:solidFill>
                  <a:srgbClr val="FBF8F1"/>
                </a:solidFill>
              </a:defRPr>
            </a:lvl4pPr>
            <a:lvl5pPr>
              <a:defRPr sz="2550" b="1">
                <a:solidFill>
                  <a:srgbClr val="FBF8F1"/>
                </a:solidFill>
              </a:defRPr>
            </a:lvl5pPr>
            <a:lvl6pPr>
              <a:defRPr sz="2550" b="1">
                <a:solidFill>
                  <a:srgbClr val="FBF8F1"/>
                </a:solidFill>
              </a:defRPr>
            </a:lvl6pPr>
            <a:lvl7pPr>
              <a:defRPr sz="2550" b="1">
                <a:solidFill>
                  <a:srgbClr val="FBF8F1"/>
                </a:solidFill>
              </a:defRPr>
            </a:lvl7pPr>
            <a:lvl8pPr>
              <a:defRPr sz="2550" b="1">
                <a:solidFill>
                  <a:srgbClr val="FBF8F1"/>
                </a:solidFill>
              </a:defRPr>
            </a:lvl8pPr>
            <a:lvl9pPr>
              <a:defRPr sz="25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8F1"/>
                </a:solidFill>
              </a:defRPr>
            </a:pPr>
            <a:r>
              <a:rPr sz="2550" b="1">
                <a:solidFill>
                  <a:srgbClr val="FBF8F1"/>
                </a:solidFill>
              </a:rPr>
              <a:t>当前状态：样片链路已打通，全片已进入批量生产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47092-65BA-4C35-891A-706258B8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B0A7"/>
                </a:solidFill>
              </a:defRPr>
            </a:defPPr>
            <a:lvl1pPr>
              <a:defRPr sz="1200" b="0">
                <a:solidFill>
                  <a:srgbClr val="B9B0A7"/>
                </a:solidFill>
              </a:defRPr>
            </a:lvl1pPr>
            <a:lvl2pPr>
              <a:defRPr sz="1200" b="0">
                <a:solidFill>
                  <a:srgbClr val="B9B0A7"/>
                </a:solidFill>
              </a:defRPr>
            </a:lvl2pPr>
            <a:lvl3pPr>
              <a:defRPr sz="1200" b="0">
                <a:solidFill>
                  <a:srgbClr val="B9B0A7"/>
                </a:solidFill>
              </a:defRPr>
            </a:lvl3pPr>
            <a:lvl4pPr>
              <a:defRPr sz="1200" b="0">
                <a:solidFill>
                  <a:srgbClr val="B9B0A7"/>
                </a:solidFill>
              </a:defRPr>
            </a:lvl4pPr>
            <a:lvl5pPr>
              <a:defRPr sz="1200" b="0">
                <a:solidFill>
                  <a:srgbClr val="B9B0A7"/>
                </a:solidFill>
              </a:defRPr>
            </a:lvl5pPr>
            <a:lvl6pPr>
              <a:defRPr sz="1200" b="0">
                <a:solidFill>
                  <a:srgbClr val="B9B0A7"/>
                </a:solidFill>
              </a:defRPr>
            </a:lvl6pPr>
            <a:lvl7pPr>
              <a:defRPr sz="1200" b="0">
                <a:solidFill>
                  <a:srgbClr val="B9B0A7"/>
                </a:solidFill>
              </a:defRPr>
            </a:lvl7pPr>
            <a:lvl8pPr>
              <a:defRPr sz="1200" b="0">
                <a:solidFill>
                  <a:srgbClr val="B9B0A7"/>
                </a:solidFill>
              </a:defRPr>
            </a:lvl8pPr>
            <a:lvl9pPr>
              <a:defRPr sz="12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B0A7"/>
                </a:solidFill>
              </a:defRPr>
            </a:pPr>
            <a:r>
              <a:rPr sz="1200" b="0">
                <a:solidFill>
                  <a:srgbClr val="B9B0A7"/>
                </a:solidFill>
              </a:rPr>
              <a:t>把“已验证的链路”和“尚未完成的规模化生成”分开呈现。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F0F5B-0DF8-4E9E-B02D-8FAEC74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93953-FFBA-4D01-9B8E-7C15D5A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F14F-1700-45BA-AD13-0D56ED2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BF8F1"/>
                </a:solidFill>
              </a:defRPr>
            </a:defPPr>
            <a:lvl1pPr>
              <a:defRPr sz="2250" b="1">
                <a:solidFill>
                  <a:srgbClr val="FBF8F1"/>
                </a:solidFill>
              </a:defRPr>
            </a:lvl1pPr>
            <a:lvl2pPr>
              <a:defRPr sz="2250" b="1">
                <a:solidFill>
                  <a:srgbClr val="FBF8F1"/>
                </a:solidFill>
              </a:defRPr>
            </a:lvl2pPr>
            <a:lvl3pPr>
              <a:defRPr sz="2250" b="1">
                <a:solidFill>
                  <a:srgbClr val="FBF8F1"/>
                </a:solidFill>
              </a:defRPr>
            </a:lvl3pPr>
            <a:lvl4pPr>
              <a:defRPr sz="2250" b="1">
                <a:solidFill>
                  <a:srgbClr val="FBF8F1"/>
                </a:solidFill>
              </a:defRPr>
            </a:lvl4pPr>
            <a:lvl5pPr>
              <a:defRPr sz="2250" b="1">
                <a:solidFill>
                  <a:srgbClr val="FBF8F1"/>
                </a:solidFill>
              </a:defRPr>
            </a:lvl5pPr>
            <a:lvl6pPr>
              <a:defRPr sz="2250" b="1">
                <a:solidFill>
                  <a:srgbClr val="FBF8F1"/>
                </a:solidFill>
              </a:defRPr>
            </a:lvl6pPr>
            <a:lvl7pPr>
              <a:defRPr sz="2250" b="1">
                <a:solidFill>
                  <a:srgbClr val="FBF8F1"/>
                </a:solidFill>
              </a:defRPr>
            </a:lvl7pPr>
            <a:lvl8pPr>
              <a:defRPr sz="2250" b="1">
                <a:solidFill>
                  <a:srgbClr val="FBF8F1"/>
                </a:solidFill>
              </a:defRPr>
            </a:lvl8pPr>
            <a:lvl9pPr>
              <a:defRPr sz="22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BF8F1"/>
                </a:solidFill>
              </a:defRPr>
            </a:pPr>
            <a:r>
              <a:rPr sz="2250" b="1">
                <a:solidFill>
                  <a:srgbClr val="FBF8F1"/>
                </a:solidFill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F109F-12CB-46D9-9B43-ABB57B82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6C7"/>
                </a:solidFill>
              </a:defRPr>
            </a:defPPr>
            <a:lvl1pPr>
              <a:defRPr sz="1050" b="1">
                <a:solidFill>
                  <a:srgbClr val="A8B6C7"/>
                </a:solidFill>
              </a:defRPr>
            </a:lvl1pPr>
            <a:lvl2pPr>
              <a:defRPr sz="1050" b="1">
                <a:solidFill>
                  <a:srgbClr val="A8B6C7"/>
                </a:solidFill>
              </a:defRPr>
            </a:lvl2pPr>
            <a:lvl3pPr>
              <a:defRPr sz="1050" b="1">
                <a:solidFill>
                  <a:srgbClr val="A8B6C7"/>
                </a:solidFill>
              </a:defRPr>
            </a:lvl3pPr>
            <a:lvl4pPr>
              <a:defRPr sz="1050" b="1">
                <a:solidFill>
                  <a:srgbClr val="A8B6C7"/>
                </a:solidFill>
              </a:defRPr>
            </a:lvl4pPr>
            <a:lvl5pPr>
              <a:defRPr sz="1050" b="1">
                <a:solidFill>
                  <a:srgbClr val="A8B6C7"/>
                </a:solidFill>
              </a:defRPr>
            </a:lvl5pPr>
            <a:lvl6pPr>
              <a:defRPr sz="1050" b="1">
                <a:solidFill>
                  <a:srgbClr val="A8B6C7"/>
                </a:solidFill>
              </a:defRPr>
            </a:lvl6pPr>
            <a:lvl7pPr>
              <a:defRPr sz="1050" b="1">
                <a:solidFill>
                  <a:srgbClr val="A8B6C7"/>
                </a:solidFill>
              </a:defRPr>
            </a:lvl7pPr>
            <a:lvl8pPr>
              <a:defRPr sz="1050" b="1">
                <a:solidFill>
                  <a:srgbClr val="A8B6C7"/>
                </a:solidFill>
              </a:defRPr>
            </a:lvl8pPr>
            <a:lvl9pPr>
              <a:defRPr sz="1050" b="1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6C7"/>
                </a:solidFill>
              </a:defRPr>
            </a:pPr>
            <a:r>
              <a:rPr sz="1050" b="1">
                <a:solidFill>
                  <a:srgbClr val="A8B6C7"/>
                </a:solidFill>
              </a:rPr>
              <a:t>可复用 GLB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4CA71-E348-47CE-B6ED-73DB722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B9B0A7"/>
                </a:solidFill>
              </a:defRPr>
            </a:defPPr>
            <a:lvl1pPr>
              <a:defRPr sz="825" b="0">
                <a:solidFill>
                  <a:srgbClr val="B9B0A7"/>
                </a:solidFill>
              </a:defRPr>
            </a:lvl1pPr>
            <a:lvl2pPr>
              <a:defRPr sz="825" b="0">
                <a:solidFill>
                  <a:srgbClr val="B9B0A7"/>
                </a:solidFill>
              </a:defRPr>
            </a:lvl2pPr>
            <a:lvl3pPr>
              <a:defRPr sz="825" b="0">
                <a:solidFill>
                  <a:srgbClr val="B9B0A7"/>
                </a:solidFill>
              </a:defRPr>
            </a:lvl3pPr>
            <a:lvl4pPr>
              <a:defRPr sz="825" b="0">
                <a:solidFill>
                  <a:srgbClr val="B9B0A7"/>
                </a:solidFill>
              </a:defRPr>
            </a:lvl4pPr>
            <a:lvl5pPr>
              <a:defRPr sz="825" b="0">
                <a:solidFill>
                  <a:srgbClr val="B9B0A7"/>
                </a:solidFill>
              </a:defRPr>
            </a:lvl5pPr>
            <a:lvl6pPr>
              <a:defRPr sz="825" b="0">
                <a:solidFill>
                  <a:srgbClr val="B9B0A7"/>
                </a:solidFill>
              </a:defRPr>
            </a:lvl6pPr>
            <a:lvl7pPr>
              <a:defRPr sz="825" b="0">
                <a:solidFill>
                  <a:srgbClr val="B9B0A7"/>
                </a:solidFill>
              </a:defRPr>
            </a:lvl7pPr>
            <a:lvl8pPr>
              <a:defRPr sz="825" b="0">
                <a:solidFill>
                  <a:srgbClr val="B9B0A7"/>
                </a:solidFill>
              </a:defRPr>
            </a:lvl8pPr>
            <a:lvl9pPr>
              <a:defRPr sz="8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B9B0A7"/>
                </a:solidFill>
              </a:defRPr>
            </a:pPr>
            <a:r>
              <a:rPr sz="825" b="0">
                <a:solidFill>
                  <a:srgbClr val="B9B0A7"/>
                </a:solidFill>
              </a:rPr>
              <a:t>代理资产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356B2-87F8-4630-AC59-705EE654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CE823-277F-4C19-90D6-F2F79A1C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F2533-3BC7-4AD9-A11B-25DFC698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62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BF8F1"/>
                </a:solidFill>
              </a:defRPr>
            </a:defPPr>
            <a:lvl1pPr>
              <a:defRPr sz="2250" b="1">
                <a:solidFill>
                  <a:srgbClr val="FBF8F1"/>
                </a:solidFill>
              </a:defRPr>
            </a:lvl1pPr>
            <a:lvl2pPr>
              <a:defRPr sz="2250" b="1">
                <a:solidFill>
                  <a:srgbClr val="FBF8F1"/>
                </a:solidFill>
              </a:defRPr>
            </a:lvl2pPr>
            <a:lvl3pPr>
              <a:defRPr sz="2250" b="1">
                <a:solidFill>
                  <a:srgbClr val="FBF8F1"/>
                </a:solidFill>
              </a:defRPr>
            </a:lvl3pPr>
            <a:lvl4pPr>
              <a:defRPr sz="2250" b="1">
                <a:solidFill>
                  <a:srgbClr val="FBF8F1"/>
                </a:solidFill>
              </a:defRPr>
            </a:lvl4pPr>
            <a:lvl5pPr>
              <a:defRPr sz="2250" b="1">
                <a:solidFill>
                  <a:srgbClr val="FBF8F1"/>
                </a:solidFill>
              </a:defRPr>
            </a:lvl5pPr>
            <a:lvl6pPr>
              <a:defRPr sz="2250" b="1">
                <a:solidFill>
                  <a:srgbClr val="FBF8F1"/>
                </a:solidFill>
              </a:defRPr>
            </a:lvl6pPr>
            <a:lvl7pPr>
              <a:defRPr sz="2250" b="1">
                <a:solidFill>
                  <a:srgbClr val="FBF8F1"/>
                </a:solidFill>
              </a:defRPr>
            </a:lvl7pPr>
            <a:lvl8pPr>
              <a:defRPr sz="2250" b="1">
                <a:solidFill>
                  <a:srgbClr val="FBF8F1"/>
                </a:solidFill>
              </a:defRPr>
            </a:lvl8pPr>
            <a:lvl9pPr>
              <a:defRPr sz="22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BF8F1"/>
                </a:solidFill>
              </a:defRPr>
            </a:pPr>
            <a:r>
              <a:rPr sz="2250" b="1">
                <a:solidFill>
                  <a:srgbClr val="FBF8F1"/>
                </a:solidFill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BC63D-D4E8-4E63-956F-50956A38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6C7"/>
                </a:solidFill>
              </a:defRPr>
            </a:defPPr>
            <a:lvl1pPr>
              <a:defRPr sz="1050" b="1">
                <a:solidFill>
                  <a:srgbClr val="A8B6C7"/>
                </a:solidFill>
              </a:defRPr>
            </a:lvl1pPr>
            <a:lvl2pPr>
              <a:defRPr sz="1050" b="1">
                <a:solidFill>
                  <a:srgbClr val="A8B6C7"/>
                </a:solidFill>
              </a:defRPr>
            </a:lvl2pPr>
            <a:lvl3pPr>
              <a:defRPr sz="1050" b="1">
                <a:solidFill>
                  <a:srgbClr val="A8B6C7"/>
                </a:solidFill>
              </a:defRPr>
            </a:lvl3pPr>
            <a:lvl4pPr>
              <a:defRPr sz="1050" b="1">
                <a:solidFill>
                  <a:srgbClr val="A8B6C7"/>
                </a:solidFill>
              </a:defRPr>
            </a:lvl4pPr>
            <a:lvl5pPr>
              <a:defRPr sz="1050" b="1">
                <a:solidFill>
                  <a:srgbClr val="A8B6C7"/>
                </a:solidFill>
              </a:defRPr>
            </a:lvl5pPr>
            <a:lvl6pPr>
              <a:defRPr sz="1050" b="1">
                <a:solidFill>
                  <a:srgbClr val="A8B6C7"/>
                </a:solidFill>
              </a:defRPr>
            </a:lvl6pPr>
            <a:lvl7pPr>
              <a:defRPr sz="1050" b="1">
                <a:solidFill>
                  <a:srgbClr val="A8B6C7"/>
                </a:solidFill>
              </a:defRPr>
            </a:lvl7pPr>
            <a:lvl8pPr>
              <a:defRPr sz="1050" b="1">
                <a:solidFill>
                  <a:srgbClr val="A8B6C7"/>
                </a:solidFill>
              </a:defRPr>
            </a:lvl8pPr>
            <a:lvl9pPr>
              <a:defRPr sz="1050" b="1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6C7"/>
                </a:solidFill>
              </a:defRPr>
            </a:pPr>
            <a:r>
              <a:rPr sz="1050" b="1">
                <a:solidFill>
                  <a:srgbClr val="A8B6C7"/>
                </a:solidFill>
              </a:rPr>
              <a:t>主场景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22987-1225-4967-9A46-A806C32B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B9B0A7"/>
                </a:solidFill>
              </a:defRPr>
            </a:defPPr>
            <a:lvl1pPr>
              <a:defRPr sz="825" b="0">
                <a:solidFill>
                  <a:srgbClr val="B9B0A7"/>
                </a:solidFill>
              </a:defRPr>
            </a:lvl1pPr>
            <a:lvl2pPr>
              <a:defRPr sz="825" b="0">
                <a:solidFill>
                  <a:srgbClr val="B9B0A7"/>
                </a:solidFill>
              </a:defRPr>
            </a:lvl2pPr>
            <a:lvl3pPr>
              <a:defRPr sz="825" b="0">
                <a:solidFill>
                  <a:srgbClr val="B9B0A7"/>
                </a:solidFill>
              </a:defRPr>
            </a:lvl3pPr>
            <a:lvl4pPr>
              <a:defRPr sz="825" b="0">
                <a:solidFill>
                  <a:srgbClr val="B9B0A7"/>
                </a:solidFill>
              </a:defRPr>
            </a:lvl4pPr>
            <a:lvl5pPr>
              <a:defRPr sz="825" b="0">
                <a:solidFill>
                  <a:srgbClr val="B9B0A7"/>
                </a:solidFill>
              </a:defRPr>
            </a:lvl5pPr>
            <a:lvl6pPr>
              <a:defRPr sz="825" b="0">
                <a:solidFill>
                  <a:srgbClr val="B9B0A7"/>
                </a:solidFill>
              </a:defRPr>
            </a:lvl6pPr>
            <a:lvl7pPr>
              <a:defRPr sz="825" b="0">
                <a:solidFill>
                  <a:srgbClr val="B9B0A7"/>
                </a:solidFill>
              </a:defRPr>
            </a:lvl7pPr>
            <a:lvl8pPr>
              <a:defRPr sz="825" b="0">
                <a:solidFill>
                  <a:srgbClr val="B9B0A7"/>
                </a:solidFill>
              </a:defRPr>
            </a:lvl8pPr>
            <a:lvl9pPr>
              <a:defRPr sz="8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B9B0A7"/>
                </a:solidFill>
              </a:defRPr>
            </a:pPr>
            <a:r>
              <a:rPr sz="825" b="0">
                <a:solidFill>
                  <a:srgbClr val="B9B0A7"/>
                </a:solidFill>
              </a:rPr>
              <a:t>163 个实例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30775-774E-4263-9BC5-F00605E6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7CDBE-7D66-4F78-96FC-37B1CBFE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E194F-3FE2-4B64-9C62-BF6FE1C7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BF8F1"/>
                </a:solidFill>
              </a:defRPr>
            </a:defPPr>
            <a:lvl1pPr>
              <a:defRPr sz="2250" b="1">
                <a:solidFill>
                  <a:srgbClr val="FBF8F1"/>
                </a:solidFill>
              </a:defRPr>
            </a:lvl1pPr>
            <a:lvl2pPr>
              <a:defRPr sz="2250" b="1">
                <a:solidFill>
                  <a:srgbClr val="FBF8F1"/>
                </a:solidFill>
              </a:defRPr>
            </a:lvl2pPr>
            <a:lvl3pPr>
              <a:defRPr sz="2250" b="1">
                <a:solidFill>
                  <a:srgbClr val="FBF8F1"/>
                </a:solidFill>
              </a:defRPr>
            </a:lvl3pPr>
            <a:lvl4pPr>
              <a:defRPr sz="2250" b="1">
                <a:solidFill>
                  <a:srgbClr val="FBF8F1"/>
                </a:solidFill>
              </a:defRPr>
            </a:lvl4pPr>
            <a:lvl5pPr>
              <a:defRPr sz="2250" b="1">
                <a:solidFill>
                  <a:srgbClr val="FBF8F1"/>
                </a:solidFill>
              </a:defRPr>
            </a:lvl5pPr>
            <a:lvl6pPr>
              <a:defRPr sz="2250" b="1">
                <a:solidFill>
                  <a:srgbClr val="FBF8F1"/>
                </a:solidFill>
              </a:defRPr>
            </a:lvl6pPr>
            <a:lvl7pPr>
              <a:defRPr sz="2250" b="1">
                <a:solidFill>
                  <a:srgbClr val="FBF8F1"/>
                </a:solidFill>
              </a:defRPr>
            </a:lvl7pPr>
            <a:lvl8pPr>
              <a:defRPr sz="2250" b="1">
                <a:solidFill>
                  <a:srgbClr val="FBF8F1"/>
                </a:solidFill>
              </a:defRPr>
            </a:lvl8pPr>
            <a:lvl9pPr>
              <a:defRPr sz="22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BF8F1"/>
                </a:solidFill>
              </a:defRPr>
            </a:pPr>
            <a:r>
              <a:rPr sz="2250" b="1">
                <a:solidFill>
                  <a:srgbClr val="FBF8F1"/>
                </a:solidFill>
              </a:rPr>
              <a:t>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A9C64-0489-4622-A554-DC49D071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6C7"/>
                </a:solidFill>
              </a:defRPr>
            </a:defPPr>
            <a:lvl1pPr>
              <a:defRPr sz="1050" b="1">
                <a:solidFill>
                  <a:srgbClr val="A8B6C7"/>
                </a:solidFill>
              </a:defRPr>
            </a:lvl1pPr>
            <a:lvl2pPr>
              <a:defRPr sz="1050" b="1">
                <a:solidFill>
                  <a:srgbClr val="A8B6C7"/>
                </a:solidFill>
              </a:defRPr>
            </a:lvl2pPr>
            <a:lvl3pPr>
              <a:defRPr sz="1050" b="1">
                <a:solidFill>
                  <a:srgbClr val="A8B6C7"/>
                </a:solidFill>
              </a:defRPr>
            </a:lvl3pPr>
            <a:lvl4pPr>
              <a:defRPr sz="1050" b="1">
                <a:solidFill>
                  <a:srgbClr val="A8B6C7"/>
                </a:solidFill>
              </a:defRPr>
            </a:lvl4pPr>
            <a:lvl5pPr>
              <a:defRPr sz="1050" b="1">
                <a:solidFill>
                  <a:srgbClr val="A8B6C7"/>
                </a:solidFill>
              </a:defRPr>
            </a:lvl5pPr>
            <a:lvl6pPr>
              <a:defRPr sz="1050" b="1">
                <a:solidFill>
                  <a:srgbClr val="A8B6C7"/>
                </a:solidFill>
              </a:defRPr>
            </a:lvl6pPr>
            <a:lvl7pPr>
              <a:defRPr sz="1050" b="1">
                <a:solidFill>
                  <a:srgbClr val="A8B6C7"/>
                </a:solidFill>
              </a:defRPr>
            </a:lvl7pPr>
            <a:lvl8pPr>
              <a:defRPr sz="1050" b="1">
                <a:solidFill>
                  <a:srgbClr val="A8B6C7"/>
                </a:solidFill>
              </a:defRPr>
            </a:lvl8pPr>
            <a:lvl9pPr>
              <a:defRPr sz="1050" b="1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6C7"/>
                </a:solidFill>
              </a:defRPr>
            </a:pPr>
            <a:r>
              <a:rPr sz="1050" b="1">
                <a:solidFill>
                  <a:srgbClr val="A8B6C7"/>
                </a:solidFill>
              </a:rPr>
              <a:t>逻辑镜头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CB6DF-6663-427E-A8E8-145CBA07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B9B0A7"/>
                </a:solidFill>
              </a:defRPr>
            </a:defPPr>
            <a:lvl1pPr>
              <a:defRPr sz="825" b="0">
                <a:solidFill>
                  <a:srgbClr val="B9B0A7"/>
                </a:solidFill>
              </a:defRPr>
            </a:lvl1pPr>
            <a:lvl2pPr>
              <a:defRPr sz="825" b="0">
                <a:solidFill>
                  <a:srgbClr val="B9B0A7"/>
                </a:solidFill>
              </a:defRPr>
            </a:lvl2pPr>
            <a:lvl3pPr>
              <a:defRPr sz="825" b="0">
                <a:solidFill>
                  <a:srgbClr val="B9B0A7"/>
                </a:solidFill>
              </a:defRPr>
            </a:lvl3pPr>
            <a:lvl4pPr>
              <a:defRPr sz="825" b="0">
                <a:solidFill>
                  <a:srgbClr val="B9B0A7"/>
                </a:solidFill>
              </a:defRPr>
            </a:lvl4pPr>
            <a:lvl5pPr>
              <a:defRPr sz="825" b="0">
                <a:solidFill>
                  <a:srgbClr val="B9B0A7"/>
                </a:solidFill>
              </a:defRPr>
            </a:lvl5pPr>
            <a:lvl6pPr>
              <a:defRPr sz="825" b="0">
                <a:solidFill>
                  <a:srgbClr val="B9B0A7"/>
                </a:solidFill>
              </a:defRPr>
            </a:lvl6pPr>
            <a:lvl7pPr>
              <a:defRPr sz="825" b="0">
                <a:solidFill>
                  <a:srgbClr val="B9B0A7"/>
                </a:solidFill>
              </a:defRPr>
            </a:lvl7pPr>
            <a:lvl8pPr>
              <a:defRPr sz="825" b="0">
                <a:solidFill>
                  <a:srgbClr val="B9B0A7"/>
                </a:solidFill>
              </a:defRPr>
            </a:lvl8pPr>
            <a:lvl9pPr>
              <a:defRPr sz="8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B9B0A7"/>
                </a:solidFill>
              </a:defRPr>
            </a:pPr>
            <a:r>
              <a:rPr sz="825" b="0">
                <a:solidFill>
                  <a:srgbClr val="B9B0A7"/>
                </a:solidFill>
              </a:rPr>
              <a:t>三集分镜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5B8E2-CCAF-4153-84C1-AB9AE432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A69B2-6733-4384-8E37-7EA81605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A3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2E52F-5F72-4833-9F7F-C80DBAB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BF8F1"/>
                </a:solidFill>
              </a:defRPr>
            </a:defPPr>
            <a:lvl1pPr>
              <a:defRPr sz="2250" b="1">
                <a:solidFill>
                  <a:srgbClr val="FBF8F1"/>
                </a:solidFill>
              </a:defRPr>
            </a:lvl1pPr>
            <a:lvl2pPr>
              <a:defRPr sz="2250" b="1">
                <a:solidFill>
                  <a:srgbClr val="FBF8F1"/>
                </a:solidFill>
              </a:defRPr>
            </a:lvl2pPr>
            <a:lvl3pPr>
              <a:defRPr sz="2250" b="1">
                <a:solidFill>
                  <a:srgbClr val="FBF8F1"/>
                </a:solidFill>
              </a:defRPr>
            </a:lvl3pPr>
            <a:lvl4pPr>
              <a:defRPr sz="2250" b="1">
                <a:solidFill>
                  <a:srgbClr val="FBF8F1"/>
                </a:solidFill>
              </a:defRPr>
            </a:lvl4pPr>
            <a:lvl5pPr>
              <a:defRPr sz="2250" b="1">
                <a:solidFill>
                  <a:srgbClr val="FBF8F1"/>
                </a:solidFill>
              </a:defRPr>
            </a:lvl5pPr>
            <a:lvl6pPr>
              <a:defRPr sz="2250" b="1">
                <a:solidFill>
                  <a:srgbClr val="FBF8F1"/>
                </a:solidFill>
              </a:defRPr>
            </a:lvl6pPr>
            <a:lvl7pPr>
              <a:defRPr sz="2250" b="1">
                <a:solidFill>
                  <a:srgbClr val="FBF8F1"/>
                </a:solidFill>
              </a:defRPr>
            </a:lvl7pPr>
            <a:lvl8pPr>
              <a:defRPr sz="2250" b="1">
                <a:solidFill>
                  <a:srgbClr val="FBF8F1"/>
                </a:solidFill>
              </a:defRPr>
            </a:lvl8pPr>
            <a:lvl9pPr>
              <a:defRPr sz="22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BF8F1"/>
                </a:solidFill>
              </a:defRPr>
            </a:pPr>
            <a:r>
              <a:rPr sz="2250" b="1">
                <a:solidFill>
                  <a:srgbClr val="FBF8F1"/>
                </a:solidFill>
              </a:rPr>
              <a:t>67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627AA-93E9-4592-AF64-26EA1D1D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62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6C7"/>
                </a:solidFill>
              </a:defRPr>
            </a:defPPr>
            <a:lvl1pPr>
              <a:defRPr sz="1050" b="1">
                <a:solidFill>
                  <a:srgbClr val="A8B6C7"/>
                </a:solidFill>
              </a:defRPr>
            </a:lvl1pPr>
            <a:lvl2pPr>
              <a:defRPr sz="1050" b="1">
                <a:solidFill>
                  <a:srgbClr val="A8B6C7"/>
                </a:solidFill>
              </a:defRPr>
            </a:lvl2pPr>
            <a:lvl3pPr>
              <a:defRPr sz="1050" b="1">
                <a:solidFill>
                  <a:srgbClr val="A8B6C7"/>
                </a:solidFill>
              </a:defRPr>
            </a:lvl3pPr>
            <a:lvl4pPr>
              <a:defRPr sz="1050" b="1">
                <a:solidFill>
                  <a:srgbClr val="A8B6C7"/>
                </a:solidFill>
              </a:defRPr>
            </a:lvl4pPr>
            <a:lvl5pPr>
              <a:defRPr sz="1050" b="1">
                <a:solidFill>
                  <a:srgbClr val="A8B6C7"/>
                </a:solidFill>
              </a:defRPr>
            </a:lvl5pPr>
            <a:lvl6pPr>
              <a:defRPr sz="1050" b="1">
                <a:solidFill>
                  <a:srgbClr val="A8B6C7"/>
                </a:solidFill>
              </a:defRPr>
            </a:lvl6pPr>
            <a:lvl7pPr>
              <a:defRPr sz="1050" b="1">
                <a:solidFill>
                  <a:srgbClr val="A8B6C7"/>
                </a:solidFill>
              </a:defRPr>
            </a:lvl7pPr>
            <a:lvl8pPr>
              <a:defRPr sz="1050" b="1">
                <a:solidFill>
                  <a:srgbClr val="A8B6C7"/>
                </a:solidFill>
              </a:defRPr>
            </a:lvl8pPr>
            <a:lvl9pPr>
              <a:defRPr sz="1050" b="1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6C7"/>
                </a:solidFill>
              </a:defRPr>
            </a:pPr>
            <a:r>
              <a:rPr sz="1050" b="1">
                <a:solidFill>
                  <a:srgbClr val="A8B6C7"/>
                </a:solidFill>
              </a:rPr>
              <a:t>计划片段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9806AD-3F39-4896-8336-9B71C046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B9B0A7"/>
                </a:solidFill>
              </a:defRPr>
            </a:defPPr>
            <a:lvl1pPr>
              <a:defRPr sz="825" b="0">
                <a:solidFill>
                  <a:srgbClr val="B9B0A7"/>
                </a:solidFill>
              </a:defRPr>
            </a:lvl1pPr>
            <a:lvl2pPr>
              <a:defRPr sz="825" b="0">
                <a:solidFill>
                  <a:srgbClr val="B9B0A7"/>
                </a:solidFill>
              </a:defRPr>
            </a:lvl2pPr>
            <a:lvl3pPr>
              <a:defRPr sz="825" b="0">
                <a:solidFill>
                  <a:srgbClr val="B9B0A7"/>
                </a:solidFill>
              </a:defRPr>
            </a:lvl3pPr>
            <a:lvl4pPr>
              <a:defRPr sz="825" b="0">
                <a:solidFill>
                  <a:srgbClr val="B9B0A7"/>
                </a:solidFill>
              </a:defRPr>
            </a:lvl4pPr>
            <a:lvl5pPr>
              <a:defRPr sz="825" b="0">
                <a:solidFill>
                  <a:srgbClr val="B9B0A7"/>
                </a:solidFill>
              </a:defRPr>
            </a:lvl5pPr>
            <a:lvl6pPr>
              <a:defRPr sz="825" b="0">
                <a:solidFill>
                  <a:srgbClr val="B9B0A7"/>
                </a:solidFill>
              </a:defRPr>
            </a:lvl6pPr>
            <a:lvl7pPr>
              <a:defRPr sz="825" b="0">
                <a:solidFill>
                  <a:srgbClr val="B9B0A7"/>
                </a:solidFill>
              </a:defRPr>
            </a:lvl7pPr>
            <a:lvl8pPr>
              <a:defRPr sz="825" b="0">
                <a:solidFill>
                  <a:srgbClr val="B9B0A7"/>
                </a:solidFill>
              </a:defRPr>
            </a:lvl8pPr>
            <a:lvl9pPr>
              <a:defRPr sz="8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B9B0A7"/>
                </a:solidFill>
              </a:defRPr>
            </a:pPr>
            <a:r>
              <a:rPr sz="825" b="0">
                <a:solidFill>
                  <a:srgbClr val="B9B0A7"/>
                </a:solidFill>
              </a:rPr>
              <a:t>42 段动作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61A92-CF08-47E3-AF39-324DA044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8D0F0-E42C-4837-B011-3FF0D03A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CB399-5F53-4B53-86F4-0001EF8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BF8F1"/>
                </a:solidFill>
              </a:defRPr>
            </a:defPPr>
            <a:lvl1pPr>
              <a:defRPr sz="2250" b="1">
                <a:solidFill>
                  <a:srgbClr val="FBF8F1"/>
                </a:solidFill>
              </a:defRPr>
            </a:lvl1pPr>
            <a:lvl2pPr>
              <a:defRPr sz="2250" b="1">
                <a:solidFill>
                  <a:srgbClr val="FBF8F1"/>
                </a:solidFill>
              </a:defRPr>
            </a:lvl2pPr>
            <a:lvl3pPr>
              <a:defRPr sz="2250" b="1">
                <a:solidFill>
                  <a:srgbClr val="FBF8F1"/>
                </a:solidFill>
              </a:defRPr>
            </a:lvl3pPr>
            <a:lvl4pPr>
              <a:defRPr sz="2250" b="1">
                <a:solidFill>
                  <a:srgbClr val="FBF8F1"/>
                </a:solidFill>
              </a:defRPr>
            </a:lvl4pPr>
            <a:lvl5pPr>
              <a:defRPr sz="2250" b="1">
                <a:solidFill>
                  <a:srgbClr val="FBF8F1"/>
                </a:solidFill>
              </a:defRPr>
            </a:lvl5pPr>
            <a:lvl6pPr>
              <a:defRPr sz="2250" b="1">
                <a:solidFill>
                  <a:srgbClr val="FBF8F1"/>
                </a:solidFill>
              </a:defRPr>
            </a:lvl6pPr>
            <a:lvl7pPr>
              <a:defRPr sz="2250" b="1">
                <a:solidFill>
                  <a:srgbClr val="FBF8F1"/>
                </a:solidFill>
              </a:defRPr>
            </a:lvl7pPr>
            <a:lvl8pPr>
              <a:defRPr sz="2250" b="1">
                <a:solidFill>
                  <a:srgbClr val="FBF8F1"/>
                </a:solidFill>
              </a:defRPr>
            </a:lvl8pPr>
            <a:lvl9pPr>
              <a:defRPr sz="22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BF8F1"/>
                </a:solidFill>
              </a:defRPr>
            </a:pPr>
            <a:r>
              <a:rPr sz="2250" b="1">
                <a:solidFill>
                  <a:srgbClr val="FBF8F1"/>
                </a:solidFill>
              </a:rPr>
              <a:t>192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47FFB-3316-4AA3-9503-D4EA7CE0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6C7"/>
                </a:solidFill>
              </a:defRPr>
            </a:defPPr>
            <a:lvl1pPr>
              <a:defRPr sz="1050" b="1">
                <a:solidFill>
                  <a:srgbClr val="A8B6C7"/>
                </a:solidFill>
              </a:defRPr>
            </a:lvl1pPr>
            <a:lvl2pPr>
              <a:defRPr sz="1050" b="1">
                <a:solidFill>
                  <a:srgbClr val="A8B6C7"/>
                </a:solidFill>
              </a:defRPr>
            </a:lvl2pPr>
            <a:lvl3pPr>
              <a:defRPr sz="1050" b="1">
                <a:solidFill>
                  <a:srgbClr val="A8B6C7"/>
                </a:solidFill>
              </a:defRPr>
            </a:lvl3pPr>
            <a:lvl4pPr>
              <a:defRPr sz="1050" b="1">
                <a:solidFill>
                  <a:srgbClr val="A8B6C7"/>
                </a:solidFill>
              </a:defRPr>
            </a:lvl4pPr>
            <a:lvl5pPr>
              <a:defRPr sz="1050" b="1">
                <a:solidFill>
                  <a:srgbClr val="A8B6C7"/>
                </a:solidFill>
              </a:defRPr>
            </a:lvl5pPr>
            <a:lvl6pPr>
              <a:defRPr sz="1050" b="1">
                <a:solidFill>
                  <a:srgbClr val="A8B6C7"/>
                </a:solidFill>
              </a:defRPr>
            </a:lvl6pPr>
            <a:lvl7pPr>
              <a:defRPr sz="1050" b="1">
                <a:solidFill>
                  <a:srgbClr val="A8B6C7"/>
                </a:solidFill>
              </a:defRPr>
            </a:lvl7pPr>
            <a:lvl8pPr>
              <a:defRPr sz="1050" b="1">
                <a:solidFill>
                  <a:srgbClr val="A8B6C7"/>
                </a:solidFill>
              </a:defRPr>
            </a:lvl8pPr>
            <a:lvl9pPr>
              <a:defRPr sz="1050" b="1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6C7"/>
                </a:solidFill>
              </a:defRPr>
            </a:pPr>
            <a:r>
              <a:rPr sz="1050" b="1">
                <a:solidFill>
                  <a:srgbClr val="A8B6C7"/>
                </a:solidFill>
              </a:rPr>
              <a:t>内部生成门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B5C0B-26BD-43AA-B9B4-72D556C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B9B0A7"/>
                </a:solidFill>
              </a:defRPr>
            </a:defPPr>
            <a:lvl1pPr>
              <a:defRPr sz="825" b="0">
                <a:solidFill>
                  <a:srgbClr val="B9B0A7"/>
                </a:solidFill>
              </a:defRPr>
            </a:lvl1pPr>
            <a:lvl2pPr>
              <a:defRPr sz="825" b="0">
                <a:solidFill>
                  <a:srgbClr val="B9B0A7"/>
                </a:solidFill>
              </a:defRPr>
            </a:lvl2pPr>
            <a:lvl3pPr>
              <a:defRPr sz="825" b="0">
                <a:solidFill>
                  <a:srgbClr val="B9B0A7"/>
                </a:solidFill>
              </a:defRPr>
            </a:lvl3pPr>
            <a:lvl4pPr>
              <a:defRPr sz="825" b="0">
                <a:solidFill>
                  <a:srgbClr val="B9B0A7"/>
                </a:solidFill>
              </a:defRPr>
            </a:lvl4pPr>
            <a:lvl5pPr>
              <a:defRPr sz="825" b="0">
                <a:solidFill>
                  <a:srgbClr val="B9B0A7"/>
                </a:solidFill>
              </a:defRPr>
            </a:lvl5pPr>
            <a:lvl6pPr>
              <a:defRPr sz="825" b="0">
                <a:solidFill>
                  <a:srgbClr val="B9B0A7"/>
                </a:solidFill>
              </a:defRPr>
            </a:lvl6pPr>
            <a:lvl7pPr>
              <a:defRPr sz="825" b="0">
                <a:solidFill>
                  <a:srgbClr val="B9B0A7"/>
                </a:solidFill>
              </a:defRPr>
            </a:lvl7pPr>
            <a:lvl8pPr>
              <a:defRPr sz="825" b="0">
                <a:solidFill>
                  <a:srgbClr val="B9B0A7"/>
                </a:solidFill>
              </a:defRPr>
            </a:lvl8pPr>
            <a:lvl9pPr>
              <a:defRPr sz="8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B9B0A7"/>
                </a:solidFill>
              </a:defRPr>
            </a:pPr>
            <a:r>
              <a:rPr sz="825" b="0">
                <a:solidFill>
                  <a:srgbClr val="B9B0A7"/>
                </a:solidFill>
              </a:rPr>
              <a:t>人工查看批准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6B848B-9ED3-42C8-AB03-B62879B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1657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DEEF9-2C9A-4CAC-B1B0-6870643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09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E36DD2-337E-48A0-BDBD-43C4CF77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62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BF8F1"/>
                </a:solidFill>
              </a:defRPr>
            </a:defPPr>
            <a:lvl1pPr>
              <a:defRPr sz="2250" b="1">
                <a:solidFill>
                  <a:srgbClr val="FBF8F1"/>
                </a:solidFill>
              </a:defRPr>
            </a:lvl1pPr>
            <a:lvl2pPr>
              <a:defRPr sz="2250" b="1">
                <a:solidFill>
                  <a:srgbClr val="FBF8F1"/>
                </a:solidFill>
              </a:defRPr>
            </a:lvl2pPr>
            <a:lvl3pPr>
              <a:defRPr sz="2250" b="1">
                <a:solidFill>
                  <a:srgbClr val="FBF8F1"/>
                </a:solidFill>
              </a:defRPr>
            </a:lvl3pPr>
            <a:lvl4pPr>
              <a:defRPr sz="2250" b="1">
                <a:solidFill>
                  <a:srgbClr val="FBF8F1"/>
                </a:solidFill>
              </a:defRPr>
            </a:lvl4pPr>
            <a:lvl5pPr>
              <a:defRPr sz="2250" b="1">
                <a:solidFill>
                  <a:srgbClr val="FBF8F1"/>
                </a:solidFill>
              </a:defRPr>
            </a:lvl5pPr>
            <a:lvl6pPr>
              <a:defRPr sz="2250" b="1">
                <a:solidFill>
                  <a:srgbClr val="FBF8F1"/>
                </a:solidFill>
              </a:defRPr>
            </a:lvl6pPr>
            <a:lvl7pPr>
              <a:defRPr sz="2250" b="1">
                <a:solidFill>
                  <a:srgbClr val="FBF8F1"/>
                </a:solidFill>
              </a:defRPr>
            </a:lvl7pPr>
            <a:lvl8pPr>
              <a:defRPr sz="2250" b="1">
                <a:solidFill>
                  <a:srgbClr val="FBF8F1"/>
                </a:solidFill>
              </a:defRPr>
            </a:lvl8pPr>
            <a:lvl9pPr>
              <a:defRPr sz="22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BF8F1"/>
                </a:solidFill>
              </a:defRPr>
            </a:pPr>
            <a:r>
              <a:rPr sz="2250" b="1">
                <a:solidFill>
                  <a:srgbClr val="FBF8F1"/>
                </a:solidFill>
              </a:rPr>
              <a:t>54/54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319351-9943-4AE6-8278-358912C0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62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A8B6C7"/>
                </a:solidFill>
              </a:defRPr>
            </a:defPPr>
            <a:lvl1pPr>
              <a:defRPr sz="1050" b="1">
                <a:solidFill>
                  <a:srgbClr val="A8B6C7"/>
                </a:solidFill>
              </a:defRPr>
            </a:lvl1pPr>
            <a:lvl2pPr>
              <a:defRPr sz="1050" b="1">
                <a:solidFill>
                  <a:srgbClr val="A8B6C7"/>
                </a:solidFill>
              </a:defRPr>
            </a:lvl2pPr>
            <a:lvl3pPr>
              <a:defRPr sz="1050" b="1">
                <a:solidFill>
                  <a:srgbClr val="A8B6C7"/>
                </a:solidFill>
              </a:defRPr>
            </a:lvl3pPr>
            <a:lvl4pPr>
              <a:defRPr sz="1050" b="1">
                <a:solidFill>
                  <a:srgbClr val="A8B6C7"/>
                </a:solidFill>
              </a:defRPr>
            </a:lvl4pPr>
            <a:lvl5pPr>
              <a:defRPr sz="1050" b="1">
                <a:solidFill>
                  <a:srgbClr val="A8B6C7"/>
                </a:solidFill>
              </a:defRPr>
            </a:lvl5pPr>
            <a:lvl6pPr>
              <a:defRPr sz="1050" b="1">
                <a:solidFill>
                  <a:srgbClr val="A8B6C7"/>
                </a:solidFill>
              </a:defRPr>
            </a:lvl6pPr>
            <a:lvl7pPr>
              <a:defRPr sz="1050" b="1">
                <a:solidFill>
                  <a:srgbClr val="A8B6C7"/>
                </a:solidFill>
              </a:defRPr>
            </a:lvl7pPr>
            <a:lvl8pPr>
              <a:defRPr sz="1050" b="1">
                <a:solidFill>
                  <a:srgbClr val="A8B6C7"/>
                </a:solidFill>
              </a:defRPr>
            </a:lvl8pPr>
            <a:lvl9pPr>
              <a:defRPr sz="1050" b="1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8B6C7"/>
                </a:solidFill>
              </a:defRPr>
            </a:pPr>
            <a:r>
              <a:rPr sz="1050" b="1">
                <a:solidFill>
                  <a:srgbClr val="A8B6C7"/>
                </a:solidFill>
              </a:rPr>
              <a:t>本地测试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3DA94A-927F-46B2-8C6C-FE3B0BB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B9B0A7"/>
                </a:solidFill>
              </a:defRPr>
            </a:defPPr>
            <a:lvl1pPr>
              <a:defRPr sz="825" b="0">
                <a:solidFill>
                  <a:srgbClr val="B9B0A7"/>
                </a:solidFill>
              </a:defRPr>
            </a:lvl1pPr>
            <a:lvl2pPr>
              <a:defRPr sz="825" b="0">
                <a:solidFill>
                  <a:srgbClr val="B9B0A7"/>
                </a:solidFill>
              </a:defRPr>
            </a:lvl2pPr>
            <a:lvl3pPr>
              <a:defRPr sz="825" b="0">
                <a:solidFill>
                  <a:srgbClr val="B9B0A7"/>
                </a:solidFill>
              </a:defRPr>
            </a:lvl3pPr>
            <a:lvl4pPr>
              <a:defRPr sz="825" b="0">
                <a:solidFill>
                  <a:srgbClr val="B9B0A7"/>
                </a:solidFill>
              </a:defRPr>
            </a:lvl4pPr>
            <a:lvl5pPr>
              <a:defRPr sz="825" b="0">
                <a:solidFill>
                  <a:srgbClr val="B9B0A7"/>
                </a:solidFill>
              </a:defRPr>
            </a:lvl5pPr>
            <a:lvl6pPr>
              <a:defRPr sz="825" b="0">
                <a:solidFill>
                  <a:srgbClr val="B9B0A7"/>
                </a:solidFill>
              </a:defRPr>
            </a:lvl6pPr>
            <a:lvl7pPr>
              <a:defRPr sz="825" b="0">
                <a:solidFill>
                  <a:srgbClr val="B9B0A7"/>
                </a:solidFill>
              </a:defRPr>
            </a:lvl7pPr>
            <a:lvl8pPr>
              <a:defRPr sz="825" b="0">
                <a:solidFill>
                  <a:srgbClr val="B9B0A7"/>
                </a:solidFill>
              </a:defRPr>
            </a:lvl8pPr>
            <a:lvl9pPr>
              <a:defRPr sz="8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B9B0A7"/>
                </a:solidFill>
              </a:defRPr>
            </a:pPr>
            <a:r>
              <a:rPr sz="825" b="0">
                <a:solidFill>
                  <a:srgbClr val="B9B0A7"/>
                </a:solidFill>
              </a:rPr>
              <a:t>100% 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50C05-1306-41AF-B368-6D1D8851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1252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64F752-D23F-4832-A06E-1270CDAE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79B5B"/>
                </a:solidFill>
              </a:defRPr>
            </a:defPPr>
            <a:lvl1pPr>
              <a:defRPr sz="1200" b="1">
                <a:solidFill>
                  <a:srgbClr val="C79B5B"/>
                </a:solidFill>
              </a:defRPr>
            </a:lvl1pPr>
            <a:lvl2pPr>
              <a:defRPr sz="1200" b="1">
                <a:solidFill>
                  <a:srgbClr val="C79B5B"/>
                </a:solidFill>
              </a:defRPr>
            </a:lvl2pPr>
            <a:lvl3pPr>
              <a:defRPr sz="1200" b="1">
                <a:solidFill>
                  <a:srgbClr val="C79B5B"/>
                </a:solidFill>
              </a:defRPr>
            </a:lvl3pPr>
            <a:lvl4pPr>
              <a:defRPr sz="1200" b="1">
                <a:solidFill>
                  <a:srgbClr val="C79B5B"/>
                </a:solidFill>
              </a:defRPr>
            </a:lvl4pPr>
            <a:lvl5pPr>
              <a:defRPr sz="1200" b="1">
                <a:solidFill>
                  <a:srgbClr val="C79B5B"/>
                </a:solidFill>
              </a:defRPr>
            </a:lvl5pPr>
            <a:lvl6pPr>
              <a:defRPr sz="1200" b="1">
                <a:solidFill>
                  <a:srgbClr val="C79B5B"/>
                </a:solidFill>
              </a:defRPr>
            </a:lvl6pPr>
            <a:lvl7pPr>
              <a:defRPr sz="1200" b="1">
                <a:solidFill>
                  <a:srgbClr val="C79B5B"/>
                </a:solidFill>
              </a:defRPr>
            </a:lvl7pPr>
            <a:lvl8pPr>
              <a:defRPr sz="1200" b="1">
                <a:solidFill>
                  <a:srgbClr val="C79B5B"/>
                </a:solidFill>
              </a:defRPr>
            </a:lvl8pPr>
            <a:lvl9pPr>
              <a:defRPr sz="120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79B5B"/>
                </a:solidFill>
              </a:defRPr>
            </a:pPr>
            <a:r>
              <a:rPr sz="1200" b="1">
                <a:solidFill>
                  <a:srgbClr val="C79B5B"/>
                </a:solidFill>
              </a:rPr>
              <a:t>正式产物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76C024-9EA2-4C14-9823-8B3DF9C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BF8F1"/>
                </a:solidFill>
              </a:defRPr>
            </a:defPPr>
            <a:lvl1pPr>
              <a:defRPr sz="1725" b="1">
                <a:solidFill>
                  <a:srgbClr val="FBF8F1"/>
                </a:solidFill>
              </a:defRPr>
            </a:lvl1pPr>
            <a:lvl2pPr>
              <a:defRPr sz="1725" b="1">
                <a:solidFill>
                  <a:srgbClr val="FBF8F1"/>
                </a:solidFill>
              </a:defRPr>
            </a:lvl2pPr>
            <a:lvl3pPr>
              <a:defRPr sz="1725" b="1">
                <a:solidFill>
                  <a:srgbClr val="FBF8F1"/>
                </a:solidFill>
              </a:defRPr>
            </a:lvl3pPr>
            <a:lvl4pPr>
              <a:defRPr sz="1725" b="1">
                <a:solidFill>
                  <a:srgbClr val="FBF8F1"/>
                </a:solidFill>
              </a:defRPr>
            </a:lvl4pPr>
            <a:lvl5pPr>
              <a:defRPr sz="1725" b="1">
                <a:solidFill>
                  <a:srgbClr val="FBF8F1"/>
                </a:solidFill>
              </a:defRPr>
            </a:lvl5pPr>
            <a:lvl6pPr>
              <a:defRPr sz="1725" b="1">
                <a:solidFill>
                  <a:srgbClr val="FBF8F1"/>
                </a:solidFill>
              </a:defRPr>
            </a:lvl6pPr>
            <a:lvl7pPr>
              <a:defRPr sz="1725" b="1">
                <a:solidFill>
                  <a:srgbClr val="FBF8F1"/>
                </a:solidFill>
              </a:defRPr>
            </a:lvl7pPr>
            <a:lvl8pPr>
              <a:defRPr sz="1725" b="1">
                <a:solidFill>
                  <a:srgbClr val="FBF8F1"/>
                </a:solidFill>
              </a:defRPr>
            </a:lvl8pPr>
            <a:lvl9pPr>
              <a:defRPr sz="1725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BF8F1"/>
                </a:solidFill>
              </a:defRPr>
            </a:pPr>
            <a:r>
              <a:rPr sz="1725" b="1">
                <a:solidFill>
                  <a:srgbClr val="FBF8F1"/>
                </a:solidFill>
              </a:rPr>
              <a:t>3 条代表性正式片段 + 1 条修复版拼接预演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F591E8-B3C6-4F7E-AB5C-40DF300D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8B6C7"/>
                </a:solidFill>
              </a:defRPr>
            </a:defPPr>
            <a:lvl1pPr>
              <a:defRPr sz="1050" b="0">
                <a:solidFill>
                  <a:srgbClr val="A8B6C7"/>
                </a:solidFill>
              </a:defRPr>
            </a:lvl1pPr>
            <a:lvl2pPr>
              <a:defRPr sz="1050" b="0">
                <a:solidFill>
                  <a:srgbClr val="A8B6C7"/>
                </a:solidFill>
              </a:defRPr>
            </a:lvl2pPr>
            <a:lvl3pPr>
              <a:defRPr sz="1050" b="0">
                <a:solidFill>
                  <a:srgbClr val="A8B6C7"/>
                </a:solidFill>
              </a:defRPr>
            </a:lvl3pPr>
            <a:lvl4pPr>
              <a:defRPr sz="1050" b="0">
                <a:solidFill>
                  <a:srgbClr val="A8B6C7"/>
                </a:solidFill>
              </a:defRPr>
            </a:lvl4pPr>
            <a:lvl5pPr>
              <a:defRPr sz="1050" b="0">
                <a:solidFill>
                  <a:srgbClr val="A8B6C7"/>
                </a:solidFill>
              </a:defRPr>
            </a:lvl5pPr>
            <a:lvl6pPr>
              <a:defRPr sz="1050" b="0">
                <a:solidFill>
                  <a:srgbClr val="A8B6C7"/>
                </a:solidFill>
              </a:defRPr>
            </a:lvl6pPr>
            <a:lvl7pPr>
              <a:defRPr sz="1050" b="0">
                <a:solidFill>
                  <a:srgbClr val="A8B6C7"/>
                </a:solidFill>
              </a:defRPr>
            </a:lvl7pPr>
            <a:lvl8pPr>
              <a:defRPr sz="1050" b="0">
                <a:solidFill>
                  <a:srgbClr val="A8B6C7"/>
                </a:solidFill>
              </a:defRPr>
            </a:lvl8pPr>
            <a:lvl9pPr>
              <a:defRPr sz="1050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6C7"/>
                </a:solidFill>
              </a:defRPr>
            </a:pPr>
            <a:r>
              <a:rPr sz="1050" b="0">
                <a:solidFill>
                  <a:srgbClr val="A8B6C7"/>
                </a:solidFill>
              </a:rPr>
              <a:t>EP01-S07 雪夜追车 · EP02-S07 雨廊追截 · EP03-S05 车轴失控（拆分修复）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10E9F5-CC27-474B-A606-F0A687CC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286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D430CF-2FE2-41CD-9EE6-888E07FE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00475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4EFE6"/>
                </a:solidFill>
              </a:defRPr>
            </a:defPPr>
            <a:lvl1pPr>
              <a:defRPr sz="1200" b="1">
                <a:solidFill>
                  <a:srgbClr val="F4EFE6"/>
                </a:solidFill>
              </a:defRPr>
            </a:lvl1pPr>
            <a:lvl2pPr>
              <a:defRPr sz="1200" b="1">
                <a:solidFill>
                  <a:srgbClr val="F4EFE6"/>
                </a:solidFill>
              </a:defRPr>
            </a:lvl2pPr>
            <a:lvl3pPr>
              <a:defRPr sz="1200" b="1">
                <a:solidFill>
                  <a:srgbClr val="F4EFE6"/>
                </a:solidFill>
              </a:defRPr>
            </a:lvl3pPr>
            <a:lvl4pPr>
              <a:defRPr sz="1200" b="1">
                <a:solidFill>
                  <a:srgbClr val="F4EFE6"/>
                </a:solidFill>
              </a:defRPr>
            </a:lvl4pPr>
            <a:lvl5pPr>
              <a:defRPr sz="1200" b="1">
                <a:solidFill>
                  <a:srgbClr val="F4EFE6"/>
                </a:solidFill>
              </a:defRPr>
            </a:lvl5pPr>
            <a:lvl6pPr>
              <a:defRPr sz="1200" b="1">
                <a:solidFill>
                  <a:srgbClr val="F4EFE6"/>
                </a:solidFill>
              </a:defRPr>
            </a:lvl6pPr>
            <a:lvl7pPr>
              <a:defRPr sz="1200" b="1">
                <a:solidFill>
                  <a:srgbClr val="F4EFE6"/>
                </a:solidFill>
              </a:defRPr>
            </a:lvl7pPr>
            <a:lvl8pPr>
              <a:defRPr sz="1200" b="1">
                <a:solidFill>
                  <a:srgbClr val="F4EFE6"/>
                </a:solidFill>
              </a:defRPr>
            </a:lvl8pPr>
            <a:lvl9pPr>
              <a:defRPr sz="12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EFE6"/>
                </a:solidFill>
              </a:defRPr>
            </a:pPr>
            <a:r>
              <a:rPr sz="1200" b="1">
                <a:solidFill>
                  <a:srgbClr val="F4EFE6"/>
                </a:solidFill>
              </a:rPr>
              <a:t>当前不是三集全片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949FD-D94A-4719-A92B-9CB49156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全片目标：67 段逐段生成 → 逐帧复核 → 三集剪辑与声音完成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B699E5-0151-4CB9-BCA3-8429F528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F96A7D-5046-4E1E-AFB4-3EEAFA7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内部评审版 · 2026-10-26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448634-C0A8-41F3-9EA3-F8FBBB03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4690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5A4DFC-30FD-43ED-AA10-A9AA2B0A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8F2D24"/>
                </a:solidFill>
              </a:defRPr>
            </a:defPPr>
            <a:lvl1pPr>
              <a:defRPr sz="975" b="1">
                <a:solidFill>
                  <a:srgbClr val="8F2D24"/>
                </a:solidFill>
              </a:defRPr>
            </a:lvl1pPr>
            <a:lvl2pPr>
              <a:defRPr sz="975" b="1">
                <a:solidFill>
                  <a:srgbClr val="8F2D24"/>
                </a:solidFill>
              </a:defRPr>
            </a:lvl2pPr>
            <a:lvl3pPr>
              <a:defRPr sz="975" b="1">
                <a:solidFill>
                  <a:srgbClr val="8F2D24"/>
                </a:solidFill>
              </a:defRPr>
            </a:lvl3pPr>
            <a:lvl4pPr>
              <a:defRPr sz="975" b="1">
                <a:solidFill>
                  <a:srgbClr val="8F2D24"/>
                </a:solidFill>
              </a:defRPr>
            </a:lvl4pPr>
            <a:lvl5pPr>
              <a:defRPr sz="975" b="1">
                <a:solidFill>
                  <a:srgbClr val="8F2D24"/>
                </a:solidFill>
              </a:defRPr>
            </a:lvl5pPr>
            <a:lvl6pPr>
              <a:defRPr sz="975" b="1">
                <a:solidFill>
                  <a:srgbClr val="8F2D24"/>
                </a:solidFill>
              </a:defRPr>
            </a:lvl6pPr>
            <a:lvl7pPr>
              <a:defRPr sz="975" b="1">
                <a:solidFill>
                  <a:srgbClr val="8F2D24"/>
                </a:solidFill>
              </a:defRPr>
            </a:lvl7pPr>
            <a:lvl8pPr>
              <a:defRPr sz="975" b="1">
                <a:solidFill>
                  <a:srgbClr val="8F2D24"/>
                </a:solidFill>
              </a:defRPr>
            </a:lvl8pPr>
            <a:lvl9pPr>
              <a:defRPr sz="975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2D24"/>
                </a:solidFill>
              </a:defRPr>
            </a:pPr>
            <a:r>
              <a:rPr sz="975" b="1">
                <a:solidFill>
                  <a:srgbClr val="8F2D24"/>
                </a:solidFill>
              </a:rPr>
              <a:t>02 /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33F7A-7AF2-4ECF-BDA3-B9C62A08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161B"/>
                </a:solidFill>
              </a:defRPr>
            </a:defPPr>
            <a:lvl1pPr>
              <a:defRPr sz="2550" b="1">
                <a:solidFill>
                  <a:srgbClr val="17161B"/>
                </a:solidFill>
              </a:defRPr>
            </a:lvl1pPr>
            <a:lvl2pPr>
              <a:defRPr sz="2550" b="1">
                <a:solidFill>
                  <a:srgbClr val="17161B"/>
                </a:solidFill>
              </a:defRPr>
            </a:lvl2pPr>
            <a:lvl3pPr>
              <a:defRPr sz="2550" b="1">
                <a:solidFill>
                  <a:srgbClr val="17161B"/>
                </a:solidFill>
              </a:defRPr>
            </a:lvl3pPr>
            <a:lvl4pPr>
              <a:defRPr sz="2550" b="1">
                <a:solidFill>
                  <a:srgbClr val="17161B"/>
                </a:solidFill>
              </a:defRPr>
            </a:lvl4pPr>
            <a:lvl5pPr>
              <a:defRPr sz="2550" b="1">
                <a:solidFill>
                  <a:srgbClr val="17161B"/>
                </a:solidFill>
              </a:defRPr>
            </a:lvl5pPr>
            <a:lvl6pPr>
              <a:defRPr sz="2550" b="1">
                <a:solidFill>
                  <a:srgbClr val="17161B"/>
                </a:solidFill>
              </a:defRPr>
            </a:lvl6pPr>
            <a:lvl7pPr>
              <a:defRPr sz="2550" b="1">
                <a:solidFill>
                  <a:srgbClr val="17161B"/>
                </a:solidFill>
              </a:defRPr>
            </a:lvl7pPr>
            <a:lvl8pPr>
              <a:defRPr sz="2550" b="1">
                <a:solidFill>
                  <a:srgbClr val="17161B"/>
                </a:solidFill>
              </a:defRPr>
            </a:lvl8pPr>
            <a:lvl9pPr>
              <a:defRPr sz="25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61B"/>
                </a:solidFill>
              </a:defRPr>
            </a:pPr>
            <a:r>
              <a:rPr sz="2550" b="1">
                <a:solidFill>
                  <a:srgbClr val="17161B"/>
                </a:solidFill>
              </a:rPr>
              <a:t>三集不是三个孤立任务，而是一条证据链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C5731-23E7-4385-A190-8ABBC2B6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5D56"/>
                </a:solidFill>
              </a:defRPr>
            </a:defPPr>
            <a:lvl1pPr>
              <a:defRPr sz="1200" b="0">
                <a:solidFill>
                  <a:srgbClr val="655D56"/>
                </a:solidFill>
              </a:defRPr>
            </a:lvl1pPr>
            <a:lvl2pPr>
              <a:defRPr sz="1200" b="0">
                <a:solidFill>
                  <a:srgbClr val="655D56"/>
                </a:solidFill>
              </a:defRPr>
            </a:lvl2pPr>
            <a:lvl3pPr>
              <a:defRPr sz="1200" b="0">
                <a:solidFill>
                  <a:srgbClr val="655D56"/>
                </a:solidFill>
              </a:defRPr>
            </a:lvl3pPr>
            <a:lvl4pPr>
              <a:defRPr sz="1200" b="0">
                <a:solidFill>
                  <a:srgbClr val="655D56"/>
                </a:solidFill>
              </a:defRPr>
            </a:lvl4pPr>
            <a:lvl5pPr>
              <a:defRPr sz="1200" b="0">
                <a:solidFill>
                  <a:srgbClr val="655D56"/>
                </a:solidFill>
              </a:defRPr>
            </a:lvl5pPr>
            <a:lvl6pPr>
              <a:defRPr sz="1200" b="0">
                <a:solidFill>
                  <a:srgbClr val="655D56"/>
                </a:solidFill>
              </a:defRPr>
            </a:lvl6pPr>
            <a:lvl7pPr>
              <a:defRPr sz="1200" b="0">
                <a:solidFill>
                  <a:srgbClr val="655D56"/>
                </a:solidFill>
              </a:defRPr>
            </a:lvl7pPr>
            <a:lvl8pPr>
              <a:defRPr sz="1200" b="0">
                <a:solidFill>
                  <a:srgbClr val="655D56"/>
                </a:solidFill>
              </a:defRPr>
            </a:lvl8pPr>
            <a:lvl9pPr>
              <a:defRPr sz="120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5D56"/>
                </a:solidFill>
              </a:defRPr>
            </a:pPr>
            <a:r>
              <a:rPr sz="1200" b="0">
                <a:solidFill>
                  <a:srgbClr val="655D56"/>
                </a:solidFill>
              </a:rPr>
              <a:t>每集都有主任务、动作升级、支线故障和回到主线的瞬间。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7AEFC-763B-4AF9-BADE-467AF10A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76600" cy="3657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383D6-760D-4E8A-86CA-0ADE9C26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974E9-8662-47E9-A7C3-302E983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B33A2C"/>
                </a:solidFill>
              </a:defRPr>
            </a:defPPr>
            <a:lvl1pPr>
              <a:defRPr sz="2100" b="1">
                <a:solidFill>
                  <a:srgbClr val="B33A2C"/>
                </a:solidFill>
              </a:defRPr>
            </a:lvl1pPr>
            <a:lvl2pPr>
              <a:defRPr sz="2100" b="1">
                <a:solidFill>
                  <a:srgbClr val="B33A2C"/>
                </a:solidFill>
              </a:defRPr>
            </a:lvl2pPr>
            <a:lvl3pPr>
              <a:defRPr sz="2100" b="1">
                <a:solidFill>
                  <a:srgbClr val="B33A2C"/>
                </a:solidFill>
              </a:defRPr>
            </a:lvl3pPr>
            <a:lvl4pPr>
              <a:defRPr sz="2100" b="1">
                <a:solidFill>
                  <a:srgbClr val="B33A2C"/>
                </a:solidFill>
              </a:defRPr>
            </a:lvl4pPr>
            <a:lvl5pPr>
              <a:defRPr sz="2100" b="1">
                <a:solidFill>
                  <a:srgbClr val="B33A2C"/>
                </a:solidFill>
              </a:defRPr>
            </a:lvl5pPr>
            <a:lvl6pPr>
              <a:defRPr sz="2100" b="1">
                <a:solidFill>
                  <a:srgbClr val="B33A2C"/>
                </a:solidFill>
              </a:defRPr>
            </a:lvl6pPr>
            <a:lvl7pPr>
              <a:defRPr sz="2100" b="1">
                <a:solidFill>
                  <a:srgbClr val="B33A2C"/>
                </a:solidFill>
              </a:defRPr>
            </a:lvl7pPr>
            <a:lvl8pPr>
              <a:defRPr sz="2100" b="1">
                <a:solidFill>
                  <a:srgbClr val="B33A2C"/>
                </a:solidFill>
              </a:defRPr>
            </a:lvl8pPr>
            <a:lvl9pPr>
              <a:defRPr sz="2100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B33A2C"/>
                </a:solidFill>
              </a:defRPr>
            </a:pPr>
            <a:r>
              <a:rPr sz="2100" b="1">
                <a:solidFill>
                  <a:srgbClr val="B33A2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65571-589D-405E-9906-FC35B6D7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161B"/>
                </a:solidFill>
              </a:defRPr>
            </a:defPPr>
            <a:lvl1pPr>
              <a:defRPr sz="1725" b="1">
                <a:solidFill>
                  <a:srgbClr val="17161B"/>
                </a:solidFill>
              </a:defRPr>
            </a:lvl1pPr>
            <a:lvl2pPr>
              <a:defRPr sz="1725" b="1">
                <a:solidFill>
                  <a:srgbClr val="17161B"/>
                </a:solidFill>
              </a:defRPr>
            </a:lvl2pPr>
            <a:lvl3pPr>
              <a:defRPr sz="1725" b="1">
                <a:solidFill>
                  <a:srgbClr val="17161B"/>
                </a:solidFill>
              </a:defRPr>
            </a:lvl3pPr>
            <a:lvl4pPr>
              <a:defRPr sz="1725" b="1">
                <a:solidFill>
                  <a:srgbClr val="17161B"/>
                </a:solidFill>
              </a:defRPr>
            </a:lvl4pPr>
            <a:lvl5pPr>
              <a:defRPr sz="1725" b="1">
                <a:solidFill>
                  <a:srgbClr val="17161B"/>
                </a:solidFill>
              </a:defRPr>
            </a:lvl5pPr>
            <a:lvl6pPr>
              <a:defRPr sz="1725" b="1">
                <a:solidFill>
                  <a:srgbClr val="17161B"/>
                </a:solidFill>
              </a:defRPr>
            </a:lvl6pPr>
            <a:lvl7pPr>
              <a:defRPr sz="1725" b="1">
                <a:solidFill>
                  <a:srgbClr val="17161B"/>
                </a:solidFill>
              </a:defRPr>
            </a:lvl7pPr>
            <a:lvl8pPr>
              <a:defRPr sz="1725" b="1">
                <a:solidFill>
                  <a:srgbClr val="17161B"/>
                </a:solidFill>
              </a:defRPr>
            </a:lvl8pPr>
            <a:lvl9pPr>
              <a:defRPr sz="17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161B"/>
                </a:solidFill>
              </a:defRPr>
            </a:pPr>
            <a:r>
              <a:rPr sz="1725" b="1">
                <a:solidFill>
                  <a:srgbClr val="17161B"/>
                </a:solidFill>
              </a:rPr>
              <a:t>梅岭旧令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B2DCD-2558-4DA2-BEF3-CF319BE5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161B"/>
                </a:solidFill>
              </a:defRPr>
            </a:defPPr>
            <a:lvl1pPr>
              <a:defRPr sz="1425" b="1">
                <a:solidFill>
                  <a:srgbClr val="17161B"/>
                </a:solidFill>
              </a:defRPr>
            </a:lvl1pPr>
            <a:lvl2pPr>
              <a:defRPr sz="1425" b="1">
                <a:solidFill>
                  <a:srgbClr val="17161B"/>
                </a:solidFill>
              </a:defRPr>
            </a:lvl2pPr>
            <a:lvl3pPr>
              <a:defRPr sz="1425" b="1">
                <a:solidFill>
                  <a:srgbClr val="17161B"/>
                </a:solidFill>
              </a:defRPr>
            </a:lvl3pPr>
            <a:lvl4pPr>
              <a:defRPr sz="1425" b="1">
                <a:solidFill>
                  <a:srgbClr val="17161B"/>
                </a:solidFill>
              </a:defRPr>
            </a:lvl4pPr>
            <a:lvl5pPr>
              <a:defRPr sz="1425" b="1">
                <a:solidFill>
                  <a:srgbClr val="17161B"/>
                </a:solidFill>
              </a:defRPr>
            </a:lvl5pPr>
            <a:lvl6pPr>
              <a:defRPr sz="1425" b="1">
                <a:solidFill>
                  <a:srgbClr val="17161B"/>
                </a:solidFill>
              </a:defRPr>
            </a:lvl6pPr>
            <a:lvl7pPr>
              <a:defRPr sz="1425" b="1">
                <a:solidFill>
                  <a:srgbClr val="17161B"/>
                </a:solidFill>
              </a:defRPr>
            </a:lvl7pPr>
            <a:lvl8pPr>
              <a:defRPr sz="1425" b="1">
                <a:solidFill>
                  <a:srgbClr val="17161B"/>
                </a:solidFill>
              </a:defRPr>
            </a:lvl8pPr>
            <a:lvl9pPr>
              <a:defRPr sz="14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161B"/>
                </a:solidFill>
              </a:defRPr>
            </a:pPr>
            <a:r>
              <a:rPr sz="1425" b="1">
                <a:solidFill>
                  <a:srgbClr val="17161B"/>
                </a:solidFill>
              </a:rPr>
              <a:t>军报为什么互相矛盾？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A7B1-9569-4224-8F31-6AC0CE9A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主任务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C9626-C507-4F4E-95EE-00549271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161B"/>
                </a:solidFill>
              </a:defRPr>
            </a:defPPr>
            <a:lvl1pPr>
              <a:defRPr sz="1125" b="0">
                <a:solidFill>
                  <a:srgbClr val="17161B"/>
                </a:solidFill>
              </a:defRPr>
            </a:lvl1pPr>
            <a:lvl2pPr>
              <a:defRPr sz="1125" b="0">
                <a:solidFill>
                  <a:srgbClr val="17161B"/>
                </a:solidFill>
              </a:defRPr>
            </a:lvl2pPr>
            <a:lvl3pPr>
              <a:defRPr sz="1125" b="0">
                <a:solidFill>
                  <a:srgbClr val="17161B"/>
                </a:solidFill>
              </a:defRPr>
            </a:lvl3pPr>
            <a:lvl4pPr>
              <a:defRPr sz="1125" b="0">
                <a:solidFill>
                  <a:srgbClr val="17161B"/>
                </a:solidFill>
              </a:defRPr>
            </a:lvl4pPr>
            <a:lvl5pPr>
              <a:defRPr sz="1125" b="0">
                <a:solidFill>
                  <a:srgbClr val="17161B"/>
                </a:solidFill>
              </a:defRPr>
            </a:lvl5pPr>
            <a:lvl6pPr>
              <a:defRPr sz="1125" b="0">
                <a:solidFill>
                  <a:srgbClr val="17161B"/>
                </a:solidFill>
              </a:defRPr>
            </a:lvl6pPr>
            <a:lvl7pPr>
              <a:defRPr sz="1125" b="0">
                <a:solidFill>
                  <a:srgbClr val="17161B"/>
                </a:solidFill>
              </a:defRPr>
            </a:lvl7pPr>
            <a:lvl8pPr>
              <a:defRPr sz="1125" b="0">
                <a:solidFill>
                  <a:srgbClr val="17161B"/>
                </a:solidFill>
              </a:defRPr>
            </a:lvl8pPr>
            <a:lvl9pPr>
              <a:defRPr sz="1125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161B"/>
                </a:solidFill>
              </a:defRPr>
            </a:pPr>
            <a:r>
              <a:rPr sz="1125" b="0">
                <a:solidFill>
                  <a:srgbClr val="17161B"/>
                </a:solidFill>
              </a:rPr>
              <a:t>追回湿损军报，查清旧案哪一环出错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9E516-FE59-418A-9E1A-089E02AD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672FF-1F1F-44FD-A372-75060467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161B"/>
                </a:solidFill>
              </a:defRPr>
            </a:defPPr>
            <a:lvl1pPr>
              <a:defRPr sz="1125" b="0">
                <a:solidFill>
                  <a:srgbClr val="17161B"/>
                </a:solidFill>
              </a:defRPr>
            </a:lvl1pPr>
            <a:lvl2pPr>
              <a:defRPr sz="1125" b="0">
                <a:solidFill>
                  <a:srgbClr val="17161B"/>
                </a:solidFill>
              </a:defRPr>
            </a:lvl2pPr>
            <a:lvl3pPr>
              <a:defRPr sz="1125" b="0">
                <a:solidFill>
                  <a:srgbClr val="17161B"/>
                </a:solidFill>
              </a:defRPr>
            </a:lvl3pPr>
            <a:lvl4pPr>
              <a:defRPr sz="1125" b="0">
                <a:solidFill>
                  <a:srgbClr val="17161B"/>
                </a:solidFill>
              </a:defRPr>
            </a:lvl4pPr>
            <a:lvl5pPr>
              <a:defRPr sz="1125" b="0">
                <a:solidFill>
                  <a:srgbClr val="17161B"/>
                </a:solidFill>
              </a:defRPr>
            </a:lvl5pPr>
            <a:lvl6pPr>
              <a:defRPr sz="1125" b="0">
                <a:solidFill>
                  <a:srgbClr val="17161B"/>
                </a:solidFill>
              </a:defRPr>
            </a:lvl6pPr>
            <a:lvl7pPr>
              <a:defRPr sz="1125" b="0">
                <a:solidFill>
                  <a:srgbClr val="17161B"/>
                </a:solidFill>
              </a:defRPr>
            </a:lvl7pPr>
            <a:lvl8pPr>
              <a:defRPr sz="1125" b="0">
                <a:solidFill>
                  <a:srgbClr val="17161B"/>
                </a:solidFill>
              </a:defRPr>
            </a:lvl8pPr>
            <a:lvl9pPr>
              <a:defRPr sz="1125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161B"/>
                </a:solidFill>
              </a:defRPr>
            </a:pPr>
            <a:r>
              <a:rPr sz="1125" b="0">
                <a:solidFill>
                  <a:srgbClr val="17161B"/>
                </a:solidFill>
              </a:rPr>
              <a:t>火线撤退 · 档室冲突 · 雪夜追车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54620-CFA2-4F58-ADBA-F599FA2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支线故障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AAECC-6F92-4B0D-8545-96A5B42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B33A2C"/>
                </a:solidFill>
              </a:defRPr>
            </a:defPPr>
            <a:lvl1pPr>
              <a:defRPr sz="1050" b="1">
                <a:solidFill>
                  <a:srgbClr val="B33A2C"/>
                </a:solidFill>
              </a:defRPr>
            </a:lvl1pPr>
            <a:lvl2pPr>
              <a:defRPr sz="1050" b="1">
                <a:solidFill>
                  <a:srgbClr val="B33A2C"/>
                </a:solidFill>
              </a:defRPr>
            </a:lvl2pPr>
            <a:lvl3pPr>
              <a:defRPr sz="1050" b="1">
                <a:solidFill>
                  <a:srgbClr val="B33A2C"/>
                </a:solidFill>
              </a:defRPr>
            </a:lvl3pPr>
            <a:lvl4pPr>
              <a:defRPr sz="1050" b="1">
                <a:solidFill>
                  <a:srgbClr val="B33A2C"/>
                </a:solidFill>
              </a:defRPr>
            </a:lvl4pPr>
            <a:lvl5pPr>
              <a:defRPr sz="1050" b="1">
                <a:solidFill>
                  <a:srgbClr val="B33A2C"/>
                </a:solidFill>
              </a:defRPr>
            </a:lvl5pPr>
            <a:lvl6pPr>
              <a:defRPr sz="1050" b="1">
                <a:solidFill>
                  <a:srgbClr val="B33A2C"/>
                </a:solidFill>
              </a:defRPr>
            </a:lvl6pPr>
            <a:lvl7pPr>
              <a:defRPr sz="1050" b="1">
                <a:solidFill>
                  <a:srgbClr val="B33A2C"/>
                </a:solidFill>
              </a:defRPr>
            </a:lvl7pPr>
            <a:lvl8pPr>
              <a:defRPr sz="1050" b="1">
                <a:solidFill>
                  <a:srgbClr val="B33A2C"/>
                </a:solidFill>
              </a:defRPr>
            </a:lvl8pPr>
            <a:lvl9pPr>
              <a:defRPr sz="1050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B33A2C"/>
                </a:solidFill>
              </a:defRPr>
            </a:pPr>
            <a:r>
              <a:rPr sz="1050" b="1">
                <a:solidFill>
                  <a:srgbClr val="B33A2C"/>
                </a:solidFill>
              </a:rPr>
              <a:t>军报误放药箱，原页受潮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CA34A-132A-4676-A5CB-9FEDA26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276600" cy="3657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17C13-1041-413F-8C5E-CEBC5617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B14BB-C47D-4AAB-BE0B-8F957A7A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C79B5B"/>
                </a:solidFill>
              </a:defRPr>
            </a:defPPr>
            <a:lvl1pPr>
              <a:defRPr sz="2100" b="1">
                <a:solidFill>
                  <a:srgbClr val="C79B5B"/>
                </a:solidFill>
              </a:defRPr>
            </a:lvl1pPr>
            <a:lvl2pPr>
              <a:defRPr sz="2100" b="1">
                <a:solidFill>
                  <a:srgbClr val="C79B5B"/>
                </a:solidFill>
              </a:defRPr>
            </a:lvl2pPr>
            <a:lvl3pPr>
              <a:defRPr sz="2100" b="1">
                <a:solidFill>
                  <a:srgbClr val="C79B5B"/>
                </a:solidFill>
              </a:defRPr>
            </a:lvl3pPr>
            <a:lvl4pPr>
              <a:defRPr sz="2100" b="1">
                <a:solidFill>
                  <a:srgbClr val="C79B5B"/>
                </a:solidFill>
              </a:defRPr>
            </a:lvl4pPr>
            <a:lvl5pPr>
              <a:defRPr sz="2100" b="1">
                <a:solidFill>
                  <a:srgbClr val="C79B5B"/>
                </a:solidFill>
              </a:defRPr>
            </a:lvl5pPr>
            <a:lvl6pPr>
              <a:defRPr sz="2100" b="1">
                <a:solidFill>
                  <a:srgbClr val="C79B5B"/>
                </a:solidFill>
              </a:defRPr>
            </a:lvl6pPr>
            <a:lvl7pPr>
              <a:defRPr sz="2100" b="1">
                <a:solidFill>
                  <a:srgbClr val="C79B5B"/>
                </a:solidFill>
              </a:defRPr>
            </a:lvl7pPr>
            <a:lvl8pPr>
              <a:defRPr sz="2100" b="1">
                <a:solidFill>
                  <a:srgbClr val="C79B5B"/>
                </a:solidFill>
              </a:defRPr>
            </a:lvl8pPr>
            <a:lvl9pPr>
              <a:defRPr sz="210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C79B5B"/>
                </a:solidFill>
              </a:defRPr>
            </a:pPr>
            <a:r>
              <a:rPr sz="2100" b="1">
                <a:solidFill>
                  <a:srgbClr val="C79B5B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8489F-6969-44B8-A90A-B103CB07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161B"/>
                </a:solidFill>
              </a:defRPr>
            </a:defPPr>
            <a:lvl1pPr>
              <a:defRPr sz="1725" b="1">
                <a:solidFill>
                  <a:srgbClr val="17161B"/>
                </a:solidFill>
              </a:defRPr>
            </a:lvl1pPr>
            <a:lvl2pPr>
              <a:defRPr sz="1725" b="1">
                <a:solidFill>
                  <a:srgbClr val="17161B"/>
                </a:solidFill>
              </a:defRPr>
            </a:lvl2pPr>
            <a:lvl3pPr>
              <a:defRPr sz="1725" b="1">
                <a:solidFill>
                  <a:srgbClr val="17161B"/>
                </a:solidFill>
              </a:defRPr>
            </a:lvl3pPr>
            <a:lvl4pPr>
              <a:defRPr sz="1725" b="1">
                <a:solidFill>
                  <a:srgbClr val="17161B"/>
                </a:solidFill>
              </a:defRPr>
            </a:lvl4pPr>
            <a:lvl5pPr>
              <a:defRPr sz="1725" b="1">
                <a:solidFill>
                  <a:srgbClr val="17161B"/>
                </a:solidFill>
              </a:defRPr>
            </a:lvl5pPr>
            <a:lvl6pPr>
              <a:defRPr sz="1725" b="1">
                <a:solidFill>
                  <a:srgbClr val="17161B"/>
                </a:solidFill>
              </a:defRPr>
            </a:lvl6pPr>
            <a:lvl7pPr>
              <a:defRPr sz="1725" b="1">
                <a:solidFill>
                  <a:srgbClr val="17161B"/>
                </a:solidFill>
              </a:defRPr>
            </a:lvl7pPr>
            <a:lvl8pPr>
              <a:defRPr sz="1725" b="1">
                <a:solidFill>
                  <a:srgbClr val="17161B"/>
                </a:solidFill>
              </a:defRPr>
            </a:lvl8pPr>
            <a:lvl9pPr>
              <a:defRPr sz="17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161B"/>
                </a:solidFill>
              </a:defRPr>
            </a:pPr>
            <a:r>
              <a:rPr sz="1725" b="1">
                <a:solidFill>
                  <a:srgbClr val="17161B"/>
                </a:solidFill>
              </a:rPr>
              <a:t>麒麟锦囊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281B6-A29B-453C-9DEF-E25350F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161B"/>
                </a:solidFill>
              </a:defRPr>
            </a:defPPr>
            <a:lvl1pPr>
              <a:defRPr sz="1425" b="1">
                <a:solidFill>
                  <a:srgbClr val="17161B"/>
                </a:solidFill>
              </a:defRPr>
            </a:lvl1pPr>
            <a:lvl2pPr>
              <a:defRPr sz="1425" b="1">
                <a:solidFill>
                  <a:srgbClr val="17161B"/>
                </a:solidFill>
              </a:defRPr>
            </a:lvl2pPr>
            <a:lvl3pPr>
              <a:defRPr sz="1425" b="1">
                <a:solidFill>
                  <a:srgbClr val="17161B"/>
                </a:solidFill>
              </a:defRPr>
            </a:lvl3pPr>
            <a:lvl4pPr>
              <a:defRPr sz="1425" b="1">
                <a:solidFill>
                  <a:srgbClr val="17161B"/>
                </a:solidFill>
              </a:defRPr>
            </a:lvl4pPr>
            <a:lvl5pPr>
              <a:defRPr sz="1425" b="1">
                <a:solidFill>
                  <a:srgbClr val="17161B"/>
                </a:solidFill>
              </a:defRPr>
            </a:lvl5pPr>
            <a:lvl6pPr>
              <a:defRPr sz="1425" b="1">
                <a:solidFill>
                  <a:srgbClr val="17161B"/>
                </a:solidFill>
              </a:defRPr>
            </a:lvl6pPr>
            <a:lvl7pPr>
              <a:defRPr sz="1425" b="1">
                <a:solidFill>
                  <a:srgbClr val="17161B"/>
                </a:solidFill>
              </a:defRPr>
            </a:lvl7pPr>
            <a:lvl8pPr>
              <a:defRPr sz="1425" b="1">
                <a:solidFill>
                  <a:srgbClr val="17161B"/>
                </a:solidFill>
              </a:defRPr>
            </a:lvl8pPr>
            <a:lvl9pPr>
              <a:defRPr sz="14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161B"/>
                </a:solidFill>
              </a:defRPr>
            </a:pPr>
            <a:r>
              <a:rPr sz="1425" b="1">
                <a:solidFill>
                  <a:srgbClr val="17161B"/>
                </a:solidFill>
              </a:rPr>
              <a:t>谁能把锦囊送到最弱的皇子手里？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5E83F-9EA9-49CA-AD3C-8702A908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主任务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210F1-1086-4043-998B-AB7C8A0D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161B"/>
                </a:solidFill>
              </a:defRPr>
            </a:defPPr>
            <a:lvl1pPr>
              <a:defRPr sz="1125" b="0">
                <a:solidFill>
                  <a:srgbClr val="17161B"/>
                </a:solidFill>
              </a:defRPr>
            </a:lvl1pPr>
            <a:lvl2pPr>
              <a:defRPr sz="1125" b="0">
                <a:solidFill>
                  <a:srgbClr val="17161B"/>
                </a:solidFill>
              </a:defRPr>
            </a:lvl2pPr>
            <a:lvl3pPr>
              <a:defRPr sz="1125" b="0">
                <a:solidFill>
                  <a:srgbClr val="17161B"/>
                </a:solidFill>
              </a:defRPr>
            </a:lvl3pPr>
            <a:lvl4pPr>
              <a:defRPr sz="1125" b="0">
                <a:solidFill>
                  <a:srgbClr val="17161B"/>
                </a:solidFill>
              </a:defRPr>
            </a:lvl4pPr>
            <a:lvl5pPr>
              <a:defRPr sz="1125" b="0">
                <a:solidFill>
                  <a:srgbClr val="17161B"/>
                </a:solidFill>
              </a:defRPr>
            </a:lvl5pPr>
            <a:lvl6pPr>
              <a:defRPr sz="1125" b="0">
                <a:solidFill>
                  <a:srgbClr val="17161B"/>
                </a:solidFill>
              </a:defRPr>
            </a:lvl6pPr>
            <a:lvl7pPr>
              <a:defRPr sz="1125" b="0">
                <a:solidFill>
                  <a:srgbClr val="17161B"/>
                </a:solidFill>
              </a:defRPr>
            </a:lvl7pPr>
            <a:lvl8pPr>
              <a:defRPr sz="1125" b="0">
                <a:solidFill>
                  <a:srgbClr val="17161B"/>
                </a:solidFill>
              </a:defRPr>
            </a:lvl8pPr>
            <a:lvl9pPr>
              <a:defRPr sz="1125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161B"/>
                </a:solidFill>
              </a:defRPr>
            </a:pPr>
            <a:r>
              <a:rPr sz="1125" b="0">
                <a:solidFill>
                  <a:srgbClr val="17161B"/>
                </a:solidFill>
              </a:rPr>
              <a:t>让唯一有效版本安全送达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CDD86-B0D2-4C42-8FD5-0E06DAF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B84DB-23FA-4465-9215-A73AC4BA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672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161B"/>
                </a:solidFill>
              </a:defRPr>
            </a:defPPr>
            <a:lvl1pPr>
              <a:defRPr sz="1125" b="0">
                <a:solidFill>
                  <a:srgbClr val="17161B"/>
                </a:solidFill>
              </a:defRPr>
            </a:lvl1pPr>
            <a:lvl2pPr>
              <a:defRPr sz="1125" b="0">
                <a:solidFill>
                  <a:srgbClr val="17161B"/>
                </a:solidFill>
              </a:defRPr>
            </a:lvl2pPr>
            <a:lvl3pPr>
              <a:defRPr sz="1125" b="0">
                <a:solidFill>
                  <a:srgbClr val="17161B"/>
                </a:solidFill>
              </a:defRPr>
            </a:lvl3pPr>
            <a:lvl4pPr>
              <a:defRPr sz="1125" b="0">
                <a:solidFill>
                  <a:srgbClr val="17161B"/>
                </a:solidFill>
              </a:defRPr>
            </a:lvl4pPr>
            <a:lvl5pPr>
              <a:defRPr sz="1125" b="0">
                <a:solidFill>
                  <a:srgbClr val="17161B"/>
                </a:solidFill>
              </a:defRPr>
            </a:lvl5pPr>
            <a:lvl6pPr>
              <a:defRPr sz="1125" b="0">
                <a:solidFill>
                  <a:srgbClr val="17161B"/>
                </a:solidFill>
              </a:defRPr>
            </a:lvl6pPr>
            <a:lvl7pPr>
              <a:defRPr sz="1125" b="0">
                <a:solidFill>
                  <a:srgbClr val="17161B"/>
                </a:solidFill>
              </a:defRPr>
            </a:lvl7pPr>
            <a:lvl8pPr>
              <a:defRPr sz="1125" b="0">
                <a:solidFill>
                  <a:srgbClr val="17161B"/>
                </a:solidFill>
              </a:defRPr>
            </a:lvl8pPr>
            <a:lvl9pPr>
              <a:defRPr sz="1125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161B"/>
                </a:solidFill>
              </a:defRPr>
            </a:pPr>
            <a:r>
              <a:rPr sz="1125" b="0">
                <a:solidFill>
                  <a:srgbClr val="17161B"/>
                </a:solidFill>
              </a:rPr>
              <a:t>锦囊拦截 · 雨廊追截 · 三路信使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CEA81-EFB3-41E8-A124-13AB8F5F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支线故障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D73FD-3FC3-44ED-877B-3AC5228E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482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9B5B"/>
                </a:solidFill>
              </a:defRPr>
            </a:defPPr>
            <a:lvl1pPr>
              <a:defRPr sz="1050" b="1">
                <a:solidFill>
                  <a:srgbClr val="C79B5B"/>
                </a:solidFill>
              </a:defRPr>
            </a:lvl1pPr>
            <a:lvl2pPr>
              <a:defRPr sz="1050" b="1">
                <a:solidFill>
                  <a:srgbClr val="C79B5B"/>
                </a:solidFill>
              </a:defRPr>
            </a:lvl2pPr>
            <a:lvl3pPr>
              <a:defRPr sz="1050" b="1">
                <a:solidFill>
                  <a:srgbClr val="C79B5B"/>
                </a:solidFill>
              </a:defRPr>
            </a:lvl3pPr>
            <a:lvl4pPr>
              <a:defRPr sz="1050" b="1">
                <a:solidFill>
                  <a:srgbClr val="C79B5B"/>
                </a:solidFill>
              </a:defRPr>
            </a:lvl4pPr>
            <a:lvl5pPr>
              <a:defRPr sz="1050" b="1">
                <a:solidFill>
                  <a:srgbClr val="C79B5B"/>
                </a:solidFill>
              </a:defRPr>
            </a:lvl5pPr>
            <a:lvl6pPr>
              <a:defRPr sz="1050" b="1">
                <a:solidFill>
                  <a:srgbClr val="C79B5B"/>
                </a:solidFill>
              </a:defRPr>
            </a:lvl6pPr>
            <a:lvl7pPr>
              <a:defRPr sz="1050" b="1">
                <a:solidFill>
                  <a:srgbClr val="C79B5B"/>
                </a:solidFill>
              </a:defRPr>
            </a:lvl7pPr>
            <a:lvl8pPr>
              <a:defRPr sz="1050" b="1">
                <a:solidFill>
                  <a:srgbClr val="C79B5B"/>
                </a:solidFill>
              </a:defRPr>
            </a:lvl8pPr>
            <a:lvl9pPr>
              <a:defRPr sz="10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79B5B"/>
                </a:solidFill>
              </a:defRPr>
            </a:pPr>
            <a:r>
              <a:rPr sz="1050" b="1">
                <a:solidFill>
                  <a:srgbClr val="C79B5B"/>
                </a:solidFill>
              </a:rPr>
              <a:t>封泥、口令、地图版本冲突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7A42E-EF00-45B0-AE1E-548DFD1A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276600" cy="3657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153C2-7E23-4C9C-B71A-58E4F54F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276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B4032-4D85-44AB-A8F8-7291A658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849C"/>
                </a:solidFill>
              </a:defRPr>
            </a:defPPr>
            <a:lvl1pPr>
              <a:defRPr sz="2100" b="1">
                <a:solidFill>
                  <a:srgbClr val="71849C"/>
                </a:solidFill>
              </a:defRPr>
            </a:lvl1pPr>
            <a:lvl2pPr>
              <a:defRPr sz="2100" b="1">
                <a:solidFill>
                  <a:srgbClr val="71849C"/>
                </a:solidFill>
              </a:defRPr>
            </a:lvl2pPr>
            <a:lvl3pPr>
              <a:defRPr sz="2100" b="1">
                <a:solidFill>
                  <a:srgbClr val="71849C"/>
                </a:solidFill>
              </a:defRPr>
            </a:lvl3pPr>
            <a:lvl4pPr>
              <a:defRPr sz="2100" b="1">
                <a:solidFill>
                  <a:srgbClr val="71849C"/>
                </a:solidFill>
              </a:defRPr>
            </a:lvl4pPr>
            <a:lvl5pPr>
              <a:defRPr sz="2100" b="1">
                <a:solidFill>
                  <a:srgbClr val="71849C"/>
                </a:solidFill>
              </a:defRPr>
            </a:lvl5pPr>
            <a:lvl6pPr>
              <a:defRPr sz="2100" b="1">
                <a:solidFill>
                  <a:srgbClr val="71849C"/>
                </a:solidFill>
              </a:defRPr>
            </a:lvl6pPr>
            <a:lvl7pPr>
              <a:defRPr sz="2100" b="1">
                <a:solidFill>
                  <a:srgbClr val="71849C"/>
                </a:solidFill>
              </a:defRPr>
            </a:lvl7pPr>
            <a:lvl8pPr>
              <a:defRPr sz="2100" b="1">
                <a:solidFill>
                  <a:srgbClr val="71849C"/>
                </a:solidFill>
              </a:defRPr>
            </a:lvl8pPr>
            <a:lvl9pPr>
              <a:defRPr sz="210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849C"/>
                </a:solidFill>
              </a:defRPr>
            </a:pPr>
            <a:r>
              <a:rPr sz="2100" b="1">
                <a:solidFill>
                  <a:srgbClr val="71849C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5B767-C215-409E-8DAC-DF34B1C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161B"/>
                </a:solidFill>
              </a:defRPr>
            </a:defPPr>
            <a:lvl1pPr>
              <a:defRPr sz="1725" b="1">
                <a:solidFill>
                  <a:srgbClr val="17161B"/>
                </a:solidFill>
              </a:defRPr>
            </a:lvl1pPr>
            <a:lvl2pPr>
              <a:defRPr sz="1725" b="1">
                <a:solidFill>
                  <a:srgbClr val="17161B"/>
                </a:solidFill>
              </a:defRPr>
            </a:lvl2pPr>
            <a:lvl3pPr>
              <a:defRPr sz="1725" b="1">
                <a:solidFill>
                  <a:srgbClr val="17161B"/>
                </a:solidFill>
              </a:defRPr>
            </a:lvl3pPr>
            <a:lvl4pPr>
              <a:defRPr sz="1725" b="1">
                <a:solidFill>
                  <a:srgbClr val="17161B"/>
                </a:solidFill>
              </a:defRPr>
            </a:lvl4pPr>
            <a:lvl5pPr>
              <a:defRPr sz="1725" b="1">
                <a:solidFill>
                  <a:srgbClr val="17161B"/>
                </a:solidFill>
              </a:defRPr>
            </a:lvl5pPr>
            <a:lvl6pPr>
              <a:defRPr sz="1725" b="1">
                <a:solidFill>
                  <a:srgbClr val="17161B"/>
                </a:solidFill>
              </a:defRPr>
            </a:lvl6pPr>
            <a:lvl7pPr>
              <a:defRPr sz="1725" b="1">
                <a:solidFill>
                  <a:srgbClr val="17161B"/>
                </a:solidFill>
              </a:defRPr>
            </a:lvl7pPr>
            <a:lvl8pPr>
              <a:defRPr sz="1725" b="1">
                <a:solidFill>
                  <a:srgbClr val="17161B"/>
                </a:solidFill>
              </a:defRPr>
            </a:lvl8pPr>
            <a:lvl9pPr>
              <a:defRPr sz="17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161B"/>
                </a:solidFill>
              </a:defRPr>
            </a:pPr>
            <a:r>
              <a:rPr sz="1725" b="1">
                <a:solidFill>
                  <a:srgbClr val="17161B"/>
                </a:solidFill>
              </a:rPr>
              <a:t>入京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5D6F5-9820-49B6-A6EE-DE784263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161B"/>
                </a:solidFill>
              </a:defRPr>
            </a:defPPr>
            <a:lvl1pPr>
              <a:defRPr sz="1425" b="1">
                <a:solidFill>
                  <a:srgbClr val="17161B"/>
                </a:solidFill>
              </a:defRPr>
            </a:lvl1pPr>
            <a:lvl2pPr>
              <a:defRPr sz="1425" b="1">
                <a:solidFill>
                  <a:srgbClr val="17161B"/>
                </a:solidFill>
              </a:defRPr>
            </a:lvl2pPr>
            <a:lvl3pPr>
              <a:defRPr sz="1425" b="1">
                <a:solidFill>
                  <a:srgbClr val="17161B"/>
                </a:solidFill>
              </a:defRPr>
            </a:lvl3pPr>
            <a:lvl4pPr>
              <a:defRPr sz="1425" b="1">
                <a:solidFill>
                  <a:srgbClr val="17161B"/>
                </a:solidFill>
              </a:defRPr>
            </a:lvl4pPr>
            <a:lvl5pPr>
              <a:defRPr sz="1425" b="1">
                <a:solidFill>
                  <a:srgbClr val="17161B"/>
                </a:solidFill>
              </a:defRPr>
            </a:lvl5pPr>
            <a:lvl6pPr>
              <a:defRPr sz="1425" b="1">
                <a:solidFill>
                  <a:srgbClr val="17161B"/>
                </a:solidFill>
              </a:defRPr>
            </a:lvl6pPr>
            <a:lvl7pPr>
              <a:defRPr sz="1425" b="1">
                <a:solidFill>
                  <a:srgbClr val="17161B"/>
                </a:solidFill>
              </a:defRPr>
            </a:lvl7pPr>
            <a:lvl8pPr>
              <a:defRPr sz="1425" b="1">
                <a:solidFill>
                  <a:srgbClr val="17161B"/>
                </a:solidFill>
              </a:defRPr>
            </a:lvl8pPr>
            <a:lvl9pPr>
              <a:defRPr sz="14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161B"/>
                </a:solidFill>
              </a:defRPr>
            </a:pPr>
            <a:r>
              <a:rPr sz="1425" b="1">
                <a:solidFill>
                  <a:srgbClr val="17161B"/>
                </a:solidFill>
              </a:rPr>
              <a:t>证人与证据能否进入金陵？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83AA1-3E19-436B-8F86-7550C41A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主任务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8BF863-5F13-428C-A257-D26DB47F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161B"/>
                </a:solidFill>
              </a:defRPr>
            </a:defPPr>
            <a:lvl1pPr>
              <a:defRPr sz="1125" b="0">
                <a:solidFill>
                  <a:srgbClr val="17161B"/>
                </a:solidFill>
              </a:defRPr>
            </a:lvl1pPr>
            <a:lvl2pPr>
              <a:defRPr sz="1125" b="0">
                <a:solidFill>
                  <a:srgbClr val="17161B"/>
                </a:solidFill>
              </a:defRPr>
            </a:lvl2pPr>
            <a:lvl3pPr>
              <a:defRPr sz="1125" b="0">
                <a:solidFill>
                  <a:srgbClr val="17161B"/>
                </a:solidFill>
              </a:defRPr>
            </a:lvl3pPr>
            <a:lvl4pPr>
              <a:defRPr sz="1125" b="0">
                <a:solidFill>
                  <a:srgbClr val="17161B"/>
                </a:solidFill>
              </a:defRPr>
            </a:lvl4pPr>
            <a:lvl5pPr>
              <a:defRPr sz="1125" b="0">
                <a:solidFill>
                  <a:srgbClr val="17161B"/>
                </a:solidFill>
              </a:defRPr>
            </a:lvl5pPr>
            <a:lvl6pPr>
              <a:defRPr sz="1125" b="0">
                <a:solidFill>
                  <a:srgbClr val="17161B"/>
                </a:solidFill>
              </a:defRPr>
            </a:lvl6pPr>
            <a:lvl7pPr>
              <a:defRPr sz="1125" b="0">
                <a:solidFill>
                  <a:srgbClr val="17161B"/>
                </a:solidFill>
              </a:defRPr>
            </a:lvl7pPr>
            <a:lvl8pPr>
              <a:defRPr sz="1125" b="0">
                <a:solidFill>
                  <a:srgbClr val="17161B"/>
                </a:solidFill>
              </a:defRPr>
            </a:lvl8pPr>
            <a:lvl9pPr>
              <a:defRPr sz="1125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161B"/>
                </a:solidFill>
              </a:defRPr>
            </a:pPr>
            <a:r>
              <a:rPr sz="1125" b="0">
                <a:solidFill>
                  <a:srgbClr val="17161B"/>
                </a:solidFill>
              </a:rPr>
              <a:t>保护卓青遥和状纸进城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8DE6B-7D5E-4C61-87C6-45798C01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动作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A75B9-A7A4-4E36-BDA6-80BE548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7161B"/>
                </a:solidFill>
              </a:defRPr>
            </a:defPPr>
            <a:lvl1pPr>
              <a:defRPr sz="1125" b="0">
                <a:solidFill>
                  <a:srgbClr val="17161B"/>
                </a:solidFill>
              </a:defRPr>
            </a:lvl1pPr>
            <a:lvl2pPr>
              <a:defRPr sz="1125" b="0">
                <a:solidFill>
                  <a:srgbClr val="17161B"/>
                </a:solidFill>
              </a:defRPr>
            </a:lvl2pPr>
            <a:lvl3pPr>
              <a:defRPr sz="1125" b="0">
                <a:solidFill>
                  <a:srgbClr val="17161B"/>
                </a:solidFill>
              </a:defRPr>
            </a:lvl3pPr>
            <a:lvl4pPr>
              <a:defRPr sz="1125" b="0">
                <a:solidFill>
                  <a:srgbClr val="17161B"/>
                </a:solidFill>
              </a:defRPr>
            </a:lvl4pPr>
            <a:lvl5pPr>
              <a:defRPr sz="1125" b="0">
                <a:solidFill>
                  <a:srgbClr val="17161B"/>
                </a:solidFill>
              </a:defRPr>
            </a:lvl5pPr>
            <a:lvl6pPr>
              <a:defRPr sz="1125" b="0">
                <a:solidFill>
                  <a:srgbClr val="17161B"/>
                </a:solidFill>
              </a:defRPr>
            </a:lvl6pPr>
            <a:lvl7pPr>
              <a:defRPr sz="1125" b="0">
                <a:solidFill>
                  <a:srgbClr val="17161B"/>
                </a:solidFill>
              </a:defRPr>
            </a:lvl7pPr>
            <a:lvl8pPr>
              <a:defRPr sz="1125" b="0">
                <a:solidFill>
                  <a:srgbClr val="17161B"/>
                </a:solidFill>
              </a:defRPr>
            </a:lvl8pPr>
            <a:lvl9pPr>
              <a:defRPr sz="1125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7161B"/>
                </a:solidFill>
              </a:defRPr>
            </a:pPr>
            <a:r>
              <a:rPr sz="1125" b="0">
                <a:solidFill>
                  <a:srgbClr val="17161B"/>
                </a:solidFill>
              </a:rPr>
              <a:t>雨棚救援 · 车轴失控 · 城门冲入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86471-2C24-402B-9DFC-B341B3A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387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B8177"/>
                </a:solidFill>
              </a:defRPr>
            </a:defPPr>
            <a:lvl1pPr>
              <a:defRPr sz="900" b="1">
                <a:solidFill>
                  <a:srgbClr val="8B8177"/>
                </a:solidFill>
              </a:defRPr>
            </a:lvl1pPr>
            <a:lvl2pPr>
              <a:defRPr sz="900" b="1">
                <a:solidFill>
                  <a:srgbClr val="8B8177"/>
                </a:solidFill>
              </a:defRPr>
            </a:lvl2pPr>
            <a:lvl3pPr>
              <a:defRPr sz="900" b="1">
                <a:solidFill>
                  <a:srgbClr val="8B8177"/>
                </a:solidFill>
              </a:defRPr>
            </a:lvl3pPr>
            <a:lvl4pPr>
              <a:defRPr sz="900" b="1">
                <a:solidFill>
                  <a:srgbClr val="8B8177"/>
                </a:solidFill>
              </a:defRPr>
            </a:lvl4pPr>
            <a:lvl5pPr>
              <a:defRPr sz="900" b="1">
                <a:solidFill>
                  <a:srgbClr val="8B8177"/>
                </a:solidFill>
              </a:defRPr>
            </a:lvl5pPr>
            <a:lvl6pPr>
              <a:defRPr sz="900" b="1">
                <a:solidFill>
                  <a:srgbClr val="8B8177"/>
                </a:solidFill>
              </a:defRPr>
            </a:lvl6pPr>
            <a:lvl7pPr>
              <a:defRPr sz="900" b="1">
                <a:solidFill>
                  <a:srgbClr val="8B8177"/>
                </a:solidFill>
              </a:defRPr>
            </a:lvl7pPr>
            <a:lvl8pPr>
              <a:defRPr sz="900" b="1">
                <a:solidFill>
                  <a:srgbClr val="8B8177"/>
                </a:solidFill>
              </a:defRPr>
            </a:lvl8pPr>
            <a:lvl9pPr>
              <a:defRPr sz="900" b="1">
                <a:solidFill>
                  <a:srgbClr val="8B8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B8177"/>
                </a:solidFill>
              </a:defRPr>
            </a:pPr>
            <a:r>
              <a:rPr sz="900" b="1">
                <a:solidFill>
                  <a:srgbClr val="8B8177"/>
                </a:solidFill>
              </a:rPr>
              <a:t>支线故障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FC83B-C5BB-4D2A-8AE1-F53048DD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482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状纸、药包、路线、车轴连续失效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14D76B-568D-4718-BBE8-70671CB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F2D24"/>
                </a:solidFill>
              </a:defRPr>
            </a:defPPr>
            <a:lvl1pPr>
              <a:defRPr sz="2100" b="1">
                <a:solidFill>
                  <a:srgbClr val="8F2D24"/>
                </a:solidFill>
              </a:defRPr>
            </a:lvl1pPr>
            <a:lvl2pPr>
              <a:defRPr sz="2100" b="1">
                <a:solidFill>
                  <a:srgbClr val="8F2D24"/>
                </a:solidFill>
              </a:defRPr>
            </a:lvl2pPr>
            <a:lvl3pPr>
              <a:defRPr sz="2100" b="1">
                <a:solidFill>
                  <a:srgbClr val="8F2D24"/>
                </a:solidFill>
              </a:defRPr>
            </a:lvl3pPr>
            <a:lvl4pPr>
              <a:defRPr sz="2100" b="1">
                <a:solidFill>
                  <a:srgbClr val="8F2D24"/>
                </a:solidFill>
              </a:defRPr>
            </a:lvl4pPr>
            <a:lvl5pPr>
              <a:defRPr sz="2100" b="1">
                <a:solidFill>
                  <a:srgbClr val="8F2D24"/>
                </a:solidFill>
              </a:defRPr>
            </a:lvl5pPr>
            <a:lvl6pPr>
              <a:defRPr sz="2100" b="1">
                <a:solidFill>
                  <a:srgbClr val="8F2D24"/>
                </a:solidFill>
              </a:defRPr>
            </a:lvl6pPr>
            <a:lvl7pPr>
              <a:defRPr sz="2100" b="1">
                <a:solidFill>
                  <a:srgbClr val="8F2D24"/>
                </a:solidFill>
              </a:defRPr>
            </a:lvl7pPr>
            <a:lvl8pPr>
              <a:defRPr sz="2100" b="1">
                <a:solidFill>
                  <a:srgbClr val="8F2D24"/>
                </a:solidFill>
              </a:defRPr>
            </a:lvl8pPr>
            <a:lvl9pPr>
              <a:defRPr sz="210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F2D24"/>
                </a:solidFill>
              </a:defRPr>
            </a:pPr>
            <a:r>
              <a:rPr sz="210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30EC58-9A8B-4A9A-9C5F-0786B66B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8F2D24"/>
                </a:solidFill>
              </a:defRPr>
            </a:defPPr>
            <a:lvl1pPr>
              <a:defRPr sz="2100" b="1">
                <a:solidFill>
                  <a:srgbClr val="8F2D24"/>
                </a:solidFill>
              </a:defRPr>
            </a:lvl1pPr>
            <a:lvl2pPr>
              <a:defRPr sz="2100" b="1">
                <a:solidFill>
                  <a:srgbClr val="8F2D24"/>
                </a:solidFill>
              </a:defRPr>
            </a:lvl2pPr>
            <a:lvl3pPr>
              <a:defRPr sz="2100" b="1">
                <a:solidFill>
                  <a:srgbClr val="8F2D24"/>
                </a:solidFill>
              </a:defRPr>
            </a:lvl3pPr>
            <a:lvl4pPr>
              <a:defRPr sz="2100" b="1">
                <a:solidFill>
                  <a:srgbClr val="8F2D24"/>
                </a:solidFill>
              </a:defRPr>
            </a:lvl4pPr>
            <a:lvl5pPr>
              <a:defRPr sz="2100" b="1">
                <a:solidFill>
                  <a:srgbClr val="8F2D24"/>
                </a:solidFill>
              </a:defRPr>
            </a:lvl5pPr>
            <a:lvl6pPr>
              <a:defRPr sz="2100" b="1">
                <a:solidFill>
                  <a:srgbClr val="8F2D24"/>
                </a:solidFill>
              </a:defRPr>
            </a:lvl6pPr>
            <a:lvl7pPr>
              <a:defRPr sz="2100" b="1">
                <a:solidFill>
                  <a:srgbClr val="8F2D24"/>
                </a:solidFill>
              </a:defRPr>
            </a:lvl7pPr>
            <a:lvl8pPr>
              <a:defRPr sz="2100" b="1">
                <a:solidFill>
                  <a:srgbClr val="8F2D24"/>
                </a:solidFill>
              </a:defRPr>
            </a:lvl8pPr>
            <a:lvl9pPr>
              <a:defRPr sz="210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F2D24"/>
                </a:solidFill>
              </a:defRPr>
            </a:pPr>
            <a:r>
              <a:rPr sz="210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606BA6-2D1C-4D29-8D08-85295F53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3D4C8D-ECCD-46A3-8D1C-BC4AC66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故事锁定表 · FINAL-CUT-CONTINUITY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2D9071-4B1B-41F9-B0D7-3E4145FA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6903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2A6DA4-710C-4C93-B1B4-600EA5A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79B5B"/>
                </a:solidFill>
              </a:defRPr>
            </a:defPPr>
            <a:lvl1pPr>
              <a:defRPr sz="975" b="1">
                <a:solidFill>
                  <a:srgbClr val="C79B5B"/>
                </a:solidFill>
              </a:defRPr>
            </a:lvl1pPr>
            <a:lvl2pPr>
              <a:defRPr sz="975" b="1">
                <a:solidFill>
                  <a:srgbClr val="C79B5B"/>
                </a:solidFill>
              </a:defRPr>
            </a:lvl2pPr>
            <a:lvl3pPr>
              <a:defRPr sz="975" b="1">
                <a:solidFill>
                  <a:srgbClr val="C79B5B"/>
                </a:solidFill>
              </a:defRPr>
            </a:lvl3pPr>
            <a:lvl4pPr>
              <a:defRPr sz="975" b="1">
                <a:solidFill>
                  <a:srgbClr val="C79B5B"/>
                </a:solidFill>
              </a:defRPr>
            </a:lvl4pPr>
            <a:lvl5pPr>
              <a:defRPr sz="975" b="1">
                <a:solidFill>
                  <a:srgbClr val="C79B5B"/>
                </a:solidFill>
              </a:defRPr>
            </a:lvl5pPr>
            <a:lvl6pPr>
              <a:defRPr sz="975" b="1">
                <a:solidFill>
                  <a:srgbClr val="C79B5B"/>
                </a:solidFill>
              </a:defRPr>
            </a:lvl6pPr>
            <a:lvl7pPr>
              <a:defRPr sz="975" b="1">
                <a:solidFill>
                  <a:srgbClr val="C79B5B"/>
                </a:solidFill>
              </a:defRPr>
            </a:lvl7pPr>
            <a:lvl8pPr>
              <a:defRPr sz="975" b="1">
                <a:solidFill>
                  <a:srgbClr val="C79B5B"/>
                </a:solidFill>
              </a:defRPr>
            </a:lvl8pPr>
            <a:lvl9pPr>
              <a:defRPr sz="9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79B5B"/>
                </a:solidFill>
              </a:defRPr>
            </a:pPr>
            <a:r>
              <a:rPr sz="975" b="1">
                <a:solidFill>
                  <a:srgbClr val="C79B5B"/>
                </a:solidFill>
              </a:rPr>
              <a:t>03 / DIRECTING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56D20-FDB4-4528-90A2-0E602835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8F1"/>
                </a:solidFill>
              </a:defRPr>
            </a:defPPr>
            <a:lvl1pPr>
              <a:defRPr sz="2550" b="1">
                <a:solidFill>
                  <a:srgbClr val="FBF8F1"/>
                </a:solidFill>
              </a:defRPr>
            </a:lvl1pPr>
            <a:lvl2pPr>
              <a:defRPr sz="2550" b="1">
                <a:solidFill>
                  <a:srgbClr val="FBF8F1"/>
                </a:solidFill>
              </a:defRPr>
            </a:lvl2pPr>
            <a:lvl3pPr>
              <a:defRPr sz="2550" b="1">
                <a:solidFill>
                  <a:srgbClr val="FBF8F1"/>
                </a:solidFill>
              </a:defRPr>
            </a:lvl3pPr>
            <a:lvl4pPr>
              <a:defRPr sz="2550" b="1">
                <a:solidFill>
                  <a:srgbClr val="FBF8F1"/>
                </a:solidFill>
              </a:defRPr>
            </a:lvl4pPr>
            <a:lvl5pPr>
              <a:defRPr sz="2550" b="1">
                <a:solidFill>
                  <a:srgbClr val="FBF8F1"/>
                </a:solidFill>
              </a:defRPr>
            </a:lvl5pPr>
            <a:lvl6pPr>
              <a:defRPr sz="2550" b="1">
                <a:solidFill>
                  <a:srgbClr val="FBF8F1"/>
                </a:solidFill>
              </a:defRPr>
            </a:lvl6pPr>
            <a:lvl7pPr>
              <a:defRPr sz="2550" b="1">
                <a:solidFill>
                  <a:srgbClr val="FBF8F1"/>
                </a:solidFill>
              </a:defRPr>
            </a:lvl7pPr>
            <a:lvl8pPr>
              <a:defRPr sz="2550" b="1">
                <a:solidFill>
                  <a:srgbClr val="FBF8F1"/>
                </a:solidFill>
              </a:defRPr>
            </a:lvl8pPr>
            <a:lvl9pPr>
              <a:defRPr sz="25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8F1"/>
                </a:solidFill>
              </a:defRPr>
            </a:pPr>
            <a:r>
              <a:rPr sz="2550" b="1">
                <a:solidFill>
                  <a:srgbClr val="FBF8F1"/>
                </a:solidFill>
              </a:rPr>
              <a:t>每个镜头都从“我正在做什么”开始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D2EFC-5DD8-40E7-B7B3-1416F696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B0A7"/>
                </a:solidFill>
              </a:defRPr>
            </a:defPPr>
            <a:lvl1pPr>
              <a:defRPr sz="1200" b="0">
                <a:solidFill>
                  <a:srgbClr val="B9B0A7"/>
                </a:solidFill>
              </a:defRPr>
            </a:lvl1pPr>
            <a:lvl2pPr>
              <a:defRPr sz="1200" b="0">
                <a:solidFill>
                  <a:srgbClr val="B9B0A7"/>
                </a:solidFill>
              </a:defRPr>
            </a:lvl2pPr>
            <a:lvl3pPr>
              <a:defRPr sz="1200" b="0">
                <a:solidFill>
                  <a:srgbClr val="B9B0A7"/>
                </a:solidFill>
              </a:defRPr>
            </a:lvl3pPr>
            <a:lvl4pPr>
              <a:defRPr sz="1200" b="0">
                <a:solidFill>
                  <a:srgbClr val="B9B0A7"/>
                </a:solidFill>
              </a:defRPr>
            </a:lvl4pPr>
            <a:lvl5pPr>
              <a:defRPr sz="1200" b="0">
                <a:solidFill>
                  <a:srgbClr val="B9B0A7"/>
                </a:solidFill>
              </a:defRPr>
            </a:lvl5pPr>
            <a:lvl6pPr>
              <a:defRPr sz="1200" b="0">
                <a:solidFill>
                  <a:srgbClr val="B9B0A7"/>
                </a:solidFill>
              </a:defRPr>
            </a:lvl6pPr>
            <a:lvl7pPr>
              <a:defRPr sz="1200" b="0">
                <a:solidFill>
                  <a:srgbClr val="B9B0A7"/>
                </a:solidFill>
              </a:defRPr>
            </a:lvl7pPr>
            <a:lvl8pPr>
              <a:defRPr sz="1200" b="0">
                <a:solidFill>
                  <a:srgbClr val="B9B0A7"/>
                </a:solidFill>
              </a:defRPr>
            </a:lvl8pPr>
            <a:lvl9pPr>
              <a:defRPr sz="12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B0A7"/>
                </a:solidFill>
              </a:defRPr>
            </a:pPr>
            <a:r>
              <a:rPr sz="1200" b="0">
                <a:solidFill>
                  <a:srgbClr val="B9B0A7"/>
                </a:solidFill>
              </a:rPr>
              <a:t>把观众的注意力锁在主人公的主任务、阻碍和下一步动作上。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7553F-42FA-4A46-915B-EB452D93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191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C4991-76C0-4008-A03E-98239A22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4EFE6"/>
                </a:solidFill>
              </a:defRPr>
            </a:defPPr>
            <a:lvl1pPr>
              <a:defRPr sz="1800" b="1">
                <a:solidFill>
                  <a:srgbClr val="F4EFE6"/>
                </a:solidFill>
              </a:defRPr>
            </a:lvl1pPr>
            <a:lvl2pPr>
              <a:defRPr sz="1800" b="1">
                <a:solidFill>
                  <a:srgbClr val="F4EFE6"/>
                </a:solidFill>
              </a:defRPr>
            </a:lvl2pPr>
            <a:lvl3pPr>
              <a:defRPr sz="1800" b="1">
                <a:solidFill>
                  <a:srgbClr val="F4EFE6"/>
                </a:solidFill>
              </a:defRPr>
            </a:lvl3pPr>
            <a:lvl4pPr>
              <a:defRPr sz="1800" b="1">
                <a:solidFill>
                  <a:srgbClr val="F4EFE6"/>
                </a:solidFill>
              </a:defRPr>
            </a:lvl4pPr>
            <a:lvl5pPr>
              <a:defRPr sz="1800" b="1">
                <a:solidFill>
                  <a:srgbClr val="F4EFE6"/>
                </a:solidFill>
              </a:defRPr>
            </a:lvl5pPr>
            <a:lvl6pPr>
              <a:defRPr sz="1800" b="1">
                <a:solidFill>
                  <a:srgbClr val="F4EFE6"/>
                </a:solidFill>
              </a:defRPr>
            </a:lvl6pPr>
            <a:lvl7pPr>
              <a:defRPr sz="1800" b="1">
                <a:solidFill>
                  <a:srgbClr val="F4EFE6"/>
                </a:solidFill>
              </a:defRPr>
            </a:lvl7pPr>
            <a:lvl8pPr>
              <a:defRPr sz="1800" b="1">
                <a:solidFill>
                  <a:srgbClr val="F4EFE6"/>
                </a:solidFill>
              </a:defRPr>
            </a:lvl8pPr>
            <a:lvl9pPr>
              <a:defRPr sz="18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4EFE6"/>
                </a:solidFill>
              </a:defRPr>
            </a:pPr>
            <a:r>
              <a:rPr sz="1800" b="1">
                <a:solidFill>
                  <a:srgbClr val="F4EFE6"/>
                </a:solidFill>
              </a:rPr>
              <a:t>第一人称摄影协议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075C7-E9CA-4383-8065-A64E86D4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2AF05-8BB3-47DB-B233-EFA4FC5F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BF8F1"/>
                </a:solidFill>
              </a:defRPr>
            </a:defPPr>
            <a:lvl1pPr>
              <a:defRPr sz="1125" b="0">
                <a:solidFill>
                  <a:srgbClr val="FBF8F1"/>
                </a:solidFill>
              </a:defRPr>
            </a:lvl1pPr>
            <a:lvl2pPr>
              <a:defRPr sz="1125" b="0">
                <a:solidFill>
                  <a:srgbClr val="FBF8F1"/>
                </a:solidFill>
              </a:defRPr>
            </a:lvl2pPr>
            <a:lvl3pPr>
              <a:defRPr sz="1125" b="0">
                <a:solidFill>
                  <a:srgbClr val="FBF8F1"/>
                </a:solidFill>
              </a:defRPr>
            </a:lvl3pPr>
            <a:lvl4pPr>
              <a:defRPr sz="1125" b="0">
                <a:solidFill>
                  <a:srgbClr val="FBF8F1"/>
                </a:solidFill>
              </a:defRPr>
            </a:lvl4pPr>
            <a:lvl5pPr>
              <a:defRPr sz="1125" b="0">
                <a:solidFill>
                  <a:srgbClr val="FBF8F1"/>
                </a:solidFill>
              </a:defRPr>
            </a:lvl5pPr>
            <a:lvl6pPr>
              <a:defRPr sz="1125" b="0">
                <a:solidFill>
                  <a:srgbClr val="FBF8F1"/>
                </a:solidFill>
              </a:defRPr>
            </a:lvl6pPr>
            <a:lvl7pPr>
              <a:defRPr sz="1125" b="0">
                <a:solidFill>
                  <a:srgbClr val="FBF8F1"/>
                </a:solidFill>
              </a:defRPr>
            </a:lvl7pPr>
            <a:lvl8pPr>
              <a:defRPr sz="1125" b="0">
                <a:solidFill>
                  <a:srgbClr val="FBF8F1"/>
                </a:solidFill>
              </a:defRPr>
            </a:lvl8pPr>
            <a:lvl9pPr>
              <a:defRPr sz="1125" b="0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BF8F1"/>
                </a:solidFill>
              </a:defRPr>
            </a:pPr>
            <a:r>
              <a:rPr sz="1125" b="0">
                <a:solidFill>
                  <a:srgbClr val="FBF8F1"/>
                </a:solidFill>
              </a:rPr>
              <a:t>主人公不被反拍；只见手、袖口、呼吸和镜后声音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BCF72-149B-4BFB-B8A7-463B3BD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41079-73DF-4E28-8CBF-BF357E6F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146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BF8F1"/>
                </a:solidFill>
              </a:defRPr>
            </a:defPPr>
            <a:lvl1pPr>
              <a:defRPr sz="1125" b="0">
                <a:solidFill>
                  <a:srgbClr val="FBF8F1"/>
                </a:solidFill>
              </a:defRPr>
            </a:lvl1pPr>
            <a:lvl2pPr>
              <a:defRPr sz="1125" b="0">
                <a:solidFill>
                  <a:srgbClr val="FBF8F1"/>
                </a:solidFill>
              </a:defRPr>
            </a:lvl2pPr>
            <a:lvl3pPr>
              <a:defRPr sz="1125" b="0">
                <a:solidFill>
                  <a:srgbClr val="FBF8F1"/>
                </a:solidFill>
              </a:defRPr>
            </a:lvl3pPr>
            <a:lvl4pPr>
              <a:defRPr sz="1125" b="0">
                <a:solidFill>
                  <a:srgbClr val="FBF8F1"/>
                </a:solidFill>
              </a:defRPr>
            </a:lvl4pPr>
            <a:lvl5pPr>
              <a:defRPr sz="1125" b="0">
                <a:solidFill>
                  <a:srgbClr val="FBF8F1"/>
                </a:solidFill>
              </a:defRPr>
            </a:lvl5pPr>
            <a:lvl6pPr>
              <a:defRPr sz="1125" b="0">
                <a:solidFill>
                  <a:srgbClr val="FBF8F1"/>
                </a:solidFill>
              </a:defRPr>
            </a:lvl6pPr>
            <a:lvl7pPr>
              <a:defRPr sz="1125" b="0">
                <a:solidFill>
                  <a:srgbClr val="FBF8F1"/>
                </a:solidFill>
              </a:defRPr>
            </a:lvl7pPr>
            <a:lvl8pPr>
              <a:defRPr sz="1125" b="0">
                <a:solidFill>
                  <a:srgbClr val="FBF8F1"/>
                </a:solidFill>
              </a:defRPr>
            </a:lvl8pPr>
            <a:lvl9pPr>
              <a:defRPr sz="1125" b="0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BF8F1"/>
                </a:solidFill>
              </a:defRPr>
            </a:pPr>
            <a:r>
              <a:rPr sz="1125" b="0">
                <a:solidFill>
                  <a:srgbClr val="FBF8F1"/>
                </a:solidFill>
              </a:rPr>
              <a:t>运动相机 / 隐形自拍杆 / 近距离跟随无人机作为主观载体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EB231-D0CD-45B3-9BCC-94D27F4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108D6-949B-4838-A114-5E73262D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480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BF8F1"/>
                </a:solidFill>
              </a:defRPr>
            </a:defPPr>
            <a:lvl1pPr>
              <a:defRPr sz="1125" b="0">
                <a:solidFill>
                  <a:srgbClr val="FBF8F1"/>
                </a:solidFill>
              </a:defRPr>
            </a:lvl1pPr>
            <a:lvl2pPr>
              <a:defRPr sz="1125" b="0">
                <a:solidFill>
                  <a:srgbClr val="FBF8F1"/>
                </a:solidFill>
              </a:defRPr>
            </a:lvl2pPr>
            <a:lvl3pPr>
              <a:defRPr sz="1125" b="0">
                <a:solidFill>
                  <a:srgbClr val="FBF8F1"/>
                </a:solidFill>
              </a:defRPr>
            </a:lvl3pPr>
            <a:lvl4pPr>
              <a:defRPr sz="1125" b="0">
                <a:solidFill>
                  <a:srgbClr val="FBF8F1"/>
                </a:solidFill>
              </a:defRPr>
            </a:lvl4pPr>
            <a:lvl5pPr>
              <a:defRPr sz="1125" b="0">
                <a:solidFill>
                  <a:srgbClr val="FBF8F1"/>
                </a:solidFill>
              </a:defRPr>
            </a:lvl5pPr>
            <a:lvl6pPr>
              <a:defRPr sz="1125" b="0">
                <a:solidFill>
                  <a:srgbClr val="FBF8F1"/>
                </a:solidFill>
              </a:defRPr>
            </a:lvl6pPr>
            <a:lvl7pPr>
              <a:defRPr sz="1125" b="0">
                <a:solidFill>
                  <a:srgbClr val="FBF8F1"/>
                </a:solidFill>
              </a:defRPr>
            </a:lvl7pPr>
            <a:lvl8pPr>
              <a:defRPr sz="1125" b="0">
                <a:solidFill>
                  <a:srgbClr val="FBF8F1"/>
                </a:solidFill>
              </a:defRPr>
            </a:lvl8pPr>
            <a:lvl9pPr>
              <a:defRPr sz="1125" b="0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BF8F1"/>
                </a:solidFill>
              </a:defRPr>
            </a:pPr>
            <a:r>
              <a:rPr sz="1125" b="0">
                <a:solidFill>
                  <a:srgbClr val="FBF8F1"/>
                </a:solidFill>
              </a:rPr>
              <a:t>异地信息通过回报、密报、回执和道具反应进入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BD936-7295-493E-8214-11417F10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9854F-EAF1-41B5-9069-3B92BF00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BF8F1"/>
                </a:solidFill>
              </a:defRPr>
            </a:defPPr>
            <a:lvl1pPr>
              <a:defRPr sz="1125" b="0">
                <a:solidFill>
                  <a:srgbClr val="FBF8F1"/>
                </a:solidFill>
              </a:defRPr>
            </a:lvl1pPr>
            <a:lvl2pPr>
              <a:defRPr sz="1125" b="0">
                <a:solidFill>
                  <a:srgbClr val="FBF8F1"/>
                </a:solidFill>
              </a:defRPr>
            </a:lvl2pPr>
            <a:lvl3pPr>
              <a:defRPr sz="1125" b="0">
                <a:solidFill>
                  <a:srgbClr val="FBF8F1"/>
                </a:solidFill>
              </a:defRPr>
            </a:lvl3pPr>
            <a:lvl4pPr>
              <a:defRPr sz="1125" b="0">
                <a:solidFill>
                  <a:srgbClr val="FBF8F1"/>
                </a:solidFill>
              </a:defRPr>
            </a:lvl4pPr>
            <a:lvl5pPr>
              <a:defRPr sz="1125" b="0">
                <a:solidFill>
                  <a:srgbClr val="FBF8F1"/>
                </a:solidFill>
              </a:defRPr>
            </a:lvl5pPr>
            <a:lvl6pPr>
              <a:defRPr sz="1125" b="0">
                <a:solidFill>
                  <a:srgbClr val="FBF8F1"/>
                </a:solidFill>
              </a:defRPr>
            </a:lvl6pPr>
            <a:lvl7pPr>
              <a:defRPr sz="1125" b="0">
                <a:solidFill>
                  <a:srgbClr val="FBF8F1"/>
                </a:solidFill>
              </a:defRPr>
            </a:lvl7pPr>
            <a:lvl8pPr>
              <a:defRPr sz="1125" b="0">
                <a:solidFill>
                  <a:srgbClr val="FBF8F1"/>
                </a:solidFill>
              </a:defRPr>
            </a:lvl8pPr>
            <a:lvl9pPr>
              <a:defRPr sz="1125" b="0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FBF8F1"/>
                </a:solidFill>
              </a:defRPr>
            </a:pPr>
            <a:r>
              <a:rPr sz="1125" b="0">
                <a:solidFill>
                  <a:srgbClr val="FBF8F1"/>
                </a:solidFill>
              </a:rPr>
              <a:t>每集 9:16；关键物件避开上下 12%、左右 8% 安全区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36966-7EA1-4061-A0E6-1AD10543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90700"/>
            <a:ext cx="6591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42129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93047-5A25-4D47-8DAC-A0A2784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38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79B5B"/>
                </a:solidFill>
              </a:defRPr>
            </a:defPPr>
            <a:lvl1pPr>
              <a:defRPr sz="1275" b="1">
                <a:solidFill>
                  <a:srgbClr val="C79B5B"/>
                </a:solidFill>
              </a:defRPr>
            </a:lvl1pPr>
            <a:lvl2pPr>
              <a:defRPr sz="1275" b="1">
                <a:solidFill>
                  <a:srgbClr val="C79B5B"/>
                </a:solidFill>
              </a:defRPr>
            </a:lvl2pPr>
            <a:lvl3pPr>
              <a:defRPr sz="1275" b="1">
                <a:solidFill>
                  <a:srgbClr val="C79B5B"/>
                </a:solidFill>
              </a:defRPr>
            </a:lvl3pPr>
            <a:lvl4pPr>
              <a:defRPr sz="1275" b="1">
                <a:solidFill>
                  <a:srgbClr val="C79B5B"/>
                </a:solidFill>
              </a:defRPr>
            </a:lvl4pPr>
            <a:lvl5pPr>
              <a:defRPr sz="1275" b="1">
                <a:solidFill>
                  <a:srgbClr val="C79B5B"/>
                </a:solidFill>
              </a:defRPr>
            </a:lvl5pPr>
            <a:lvl6pPr>
              <a:defRPr sz="1275" b="1">
                <a:solidFill>
                  <a:srgbClr val="C79B5B"/>
                </a:solidFill>
              </a:defRPr>
            </a:lvl6pPr>
            <a:lvl7pPr>
              <a:defRPr sz="1275" b="1">
                <a:solidFill>
                  <a:srgbClr val="C79B5B"/>
                </a:solidFill>
              </a:defRPr>
            </a:lvl7pPr>
            <a:lvl8pPr>
              <a:defRPr sz="1275" b="1">
                <a:solidFill>
                  <a:srgbClr val="C79B5B"/>
                </a:solidFill>
              </a:defRPr>
            </a:lvl8pPr>
            <a:lvl9pPr>
              <a:defRPr sz="12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79B5B"/>
                </a:solidFill>
              </a:defRPr>
            </a:pPr>
            <a:r>
              <a:rPr sz="1275" b="1">
                <a:solidFill>
                  <a:srgbClr val="C79B5B"/>
                </a:solidFill>
              </a:rPr>
              <a:t>动作覆盖要求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3E7DF-64A8-4FFB-8A09-C3D92B7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574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EFE6"/>
                </a:solidFill>
              </a:defRPr>
            </a:defPPr>
            <a:lvl1pPr>
              <a:defRPr sz="1125" b="1">
                <a:solidFill>
                  <a:srgbClr val="F4EFE6"/>
                </a:solidFill>
              </a:defRPr>
            </a:lvl1pPr>
            <a:lvl2pPr>
              <a:defRPr sz="1125" b="1">
                <a:solidFill>
                  <a:srgbClr val="F4EFE6"/>
                </a:solidFill>
              </a:defRPr>
            </a:lvl2pPr>
            <a:lvl3pPr>
              <a:defRPr sz="1125" b="1">
                <a:solidFill>
                  <a:srgbClr val="F4EFE6"/>
                </a:solidFill>
              </a:defRPr>
            </a:lvl3pPr>
            <a:lvl4pPr>
              <a:defRPr sz="1125" b="1">
                <a:solidFill>
                  <a:srgbClr val="F4EFE6"/>
                </a:solidFill>
              </a:defRPr>
            </a:lvl4pPr>
            <a:lvl5pPr>
              <a:defRPr sz="1125" b="1">
                <a:solidFill>
                  <a:srgbClr val="F4EFE6"/>
                </a:solidFill>
              </a:defRPr>
            </a:lvl5pPr>
            <a:lvl6pPr>
              <a:defRPr sz="1125" b="1">
                <a:solidFill>
                  <a:srgbClr val="F4EFE6"/>
                </a:solidFill>
              </a:defRPr>
            </a:lvl6pPr>
            <a:lvl7pPr>
              <a:defRPr sz="1125" b="1">
                <a:solidFill>
                  <a:srgbClr val="F4EFE6"/>
                </a:solidFill>
              </a:defRPr>
            </a:lvl7pPr>
            <a:lvl8pPr>
              <a:defRPr sz="1125" b="1">
                <a:solidFill>
                  <a:srgbClr val="F4EFE6"/>
                </a:solidFill>
              </a:defRPr>
            </a:lvl8pPr>
            <a:lvl9pPr>
              <a:defRPr sz="11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4EFE6"/>
                </a:solidFill>
              </a:defRPr>
            </a:pPr>
            <a:r>
              <a:rPr sz="1125" b="1">
                <a:solidFill>
                  <a:srgbClr val="F4EFE6"/>
                </a:solidFill>
              </a:rPr>
              <a:t>EP01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A6FB5-22DE-43E6-B063-04A26417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3A4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DFF0A-A58A-4A32-9AE4-FE02E173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1D9E5-BA92-48F6-8AB3-373684BE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8B6C7"/>
                </a:solidFill>
              </a:defRPr>
            </a:defPPr>
            <a:lvl1pPr>
              <a:defRPr sz="1050" b="0">
                <a:solidFill>
                  <a:srgbClr val="A8B6C7"/>
                </a:solidFill>
              </a:defRPr>
            </a:lvl1pPr>
            <a:lvl2pPr>
              <a:defRPr sz="1050" b="0">
                <a:solidFill>
                  <a:srgbClr val="A8B6C7"/>
                </a:solidFill>
              </a:defRPr>
            </a:lvl2pPr>
            <a:lvl3pPr>
              <a:defRPr sz="1050" b="0">
                <a:solidFill>
                  <a:srgbClr val="A8B6C7"/>
                </a:solidFill>
              </a:defRPr>
            </a:lvl3pPr>
            <a:lvl4pPr>
              <a:defRPr sz="1050" b="0">
                <a:solidFill>
                  <a:srgbClr val="A8B6C7"/>
                </a:solidFill>
              </a:defRPr>
            </a:lvl4pPr>
            <a:lvl5pPr>
              <a:defRPr sz="1050" b="0">
                <a:solidFill>
                  <a:srgbClr val="A8B6C7"/>
                </a:solidFill>
              </a:defRPr>
            </a:lvl5pPr>
            <a:lvl6pPr>
              <a:defRPr sz="1050" b="0">
                <a:solidFill>
                  <a:srgbClr val="A8B6C7"/>
                </a:solidFill>
              </a:defRPr>
            </a:lvl6pPr>
            <a:lvl7pPr>
              <a:defRPr sz="1050" b="0">
                <a:solidFill>
                  <a:srgbClr val="A8B6C7"/>
                </a:solidFill>
              </a:defRPr>
            </a:lvl7pPr>
            <a:lvl8pPr>
              <a:defRPr sz="1050" b="0">
                <a:solidFill>
                  <a:srgbClr val="A8B6C7"/>
                </a:solidFill>
              </a:defRPr>
            </a:lvl8pPr>
            <a:lvl9pPr>
              <a:defRPr sz="1050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6C7"/>
                </a:solidFill>
              </a:defRPr>
            </a:pPr>
            <a:r>
              <a:rPr sz="1050" b="0">
                <a:solidFill>
                  <a:srgbClr val="A8B6C7"/>
                </a:solidFill>
              </a:rPr>
              <a:t>84 / 150 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A10A9-F10C-4411-A43C-7BA25F0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57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B33A2C"/>
                </a:solidFill>
              </a:defRPr>
            </a:defPPr>
            <a:lvl1pPr>
              <a:defRPr sz="1125" b="1">
                <a:solidFill>
                  <a:srgbClr val="B33A2C"/>
                </a:solidFill>
              </a:defRPr>
            </a:lvl1pPr>
            <a:lvl2pPr>
              <a:defRPr sz="1125" b="1">
                <a:solidFill>
                  <a:srgbClr val="B33A2C"/>
                </a:solidFill>
              </a:defRPr>
            </a:lvl2pPr>
            <a:lvl3pPr>
              <a:defRPr sz="1125" b="1">
                <a:solidFill>
                  <a:srgbClr val="B33A2C"/>
                </a:solidFill>
              </a:defRPr>
            </a:lvl3pPr>
            <a:lvl4pPr>
              <a:defRPr sz="1125" b="1">
                <a:solidFill>
                  <a:srgbClr val="B33A2C"/>
                </a:solidFill>
              </a:defRPr>
            </a:lvl4pPr>
            <a:lvl5pPr>
              <a:defRPr sz="1125" b="1">
                <a:solidFill>
                  <a:srgbClr val="B33A2C"/>
                </a:solidFill>
              </a:defRPr>
            </a:lvl5pPr>
            <a:lvl6pPr>
              <a:defRPr sz="1125" b="1">
                <a:solidFill>
                  <a:srgbClr val="B33A2C"/>
                </a:solidFill>
              </a:defRPr>
            </a:lvl6pPr>
            <a:lvl7pPr>
              <a:defRPr sz="1125" b="1">
                <a:solidFill>
                  <a:srgbClr val="B33A2C"/>
                </a:solidFill>
              </a:defRPr>
            </a:lvl7pPr>
            <a:lvl8pPr>
              <a:defRPr sz="1125" b="1">
                <a:solidFill>
                  <a:srgbClr val="B33A2C"/>
                </a:solidFill>
              </a:defRPr>
            </a:lvl8pPr>
            <a:lvl9pPr>
              <a:defRPr sz="1125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33A2C"/>
                </a:solidFill>
              </a:defRPr>
            </a:pPr>
            <a:r>
              <a:rPr sz="1125" b="1">
                <a:solidFill>
                  <a:srgbClr val="B33A2C"/>
                </a:solidFill>
              </a:rPr>
              <a:t>56.00%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5679C-BEDC-4E91-AC05-3A542EE8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EFE6"/>
                </a:solidFill>
              </a:defRPr>
            </a:defPPr>
            <a:lvl1pPr>
              <a:defRPr sz="1125" b="1">
                <a:solidFill>
                  <a:srgbClr val="F4EFE6"/>
                </a:solidFill>
              </a:defRPr>
            </a:lvl1pPr>
            <a:lvl2pPr>
              <a:defRPr sz="1125" b="1">
                <a:solidFill>
                  <a:srgbClr val="F4EFE6"/>
                </a:solidFill>
              </a:defRPr>
            </a:lvl2pPr>
            <a:lvl3pPr>
              <a:defRPr sz="1125" b="1">
                <a:solidFill>
                  <a:srgbClr val="F4EFE6"/>
                </a:solidFill>
              </a:defRPr>
            </a:lvl3pPr>
            <a:lvl4pPr>
              <a:defRPr sz="1125" b="1">
                <a:solidFill>
                  <a:srgbClr val="F4EFE6"/>
                </a:solidFill>
              </a:defRPr>
            </a:lvl4pPr>
            <a:lvl5pPr>
              <a:defRPr sz="1125" b="1">
                <a:solidFill>
                  <a:srgbClr val="F4EFE6"/>
                </a:solidFill>
              </a:defRPr>
            </a:lvl5pPr>
            <a:lvl6pPr>
              <a:defRPr sz="1125" b="1">
                <a:solidFill>
                  <a:srgbClr val="F4EFE6"/>
                </a:solidFill>
              </a:defRPr>
            </a:lvl6pPr>
            <a:lvl7pPr>
              <a:defRPr sz="1125" b="1">
                <a:solidFill>
                  <a:srgbClr val="F4EFE6"/>
                </a:solidFill>
              </a:defRPr>
            </a:lvl7pPr>
            <a:lvl8pPr>
              <a:defRPr sz="1125" b="1">
                <a:solidFill>
                  <a:srgbClr val="F4EFE6"/>
                </a:solidFill>
              </a:defRPr>
            </a:lvl8pPr>
            <a:lvl9pPr>
              <a:defRPr sz="11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4EFE6"/>
                </a:solidFill>
              </a:defRPr>
            </a:pPr>
            <a:r>
              <a:rPr sz="1125" b="1">
                <a:solidFill>
                  <a:srgbClr val="F4EFE6"/>
                </a:solidFill>
              </a:rPr>
              <a:t>EP02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14D35-7C93-4F36-BB7A-5F16730C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3A4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B1D253-FDA5-4320-917A-6222F34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861947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4DBE8-631E-4867-92DC-8207C452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19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8B6C7"/>
                </a:solidFill>
              </a:defRPr>
            </a:defPPr>
            <a:lvl1pPr>
              <a:defRPr sz="1050" b="0">
                <a:solidFill>
                  <a:srgbClr val="A8B6C7"/>
                </a:solidFill>
              </a:defRPr>
            </a:lvl1pPr>
            <a:lvl2pPr>
              <a:defRPr sz="1050" b="0">
                <a:solidFill>
                  <a:srgbClr val="A8B6C7"/>
                </a:solidFill>
              </a:defRPr>
            </a:lvl2pPr>
            <a:lvl3pPr>
              <a:defRPr sz="1050" b="0">
                <a:solidFill>
                  <a:srgbClr val="A8B6C7"/>
                </a:solidFill>
              </a:defRPr>
            </a:lvl3pPr>
            <a:lvl4pPr>
              <a:defRPr sz="1050" b="0">
                <a:solidFill>
                  <a:srgbClr val="A8B6C7"/>
                </a:solidFill>
              </a:defRPr>
            </a:lvl4pPr>
            <a:lvl5pPr>
              <a:defRPr sz="1050" b="0">
                <a:solidFill>
                  <a:srgbClr val="A8B6C7"/>
                </a:solidFill>
              </a:defRPr>
            </a:lvl5pPr>
            <a:lvl6pPr>
              <a:defRPr sz="1050" b="0">
                <a:solidFill>
                  <a:srgbClr val="A8B6C7"/>
                </a:solidFill>
              </a:defRPr>
            </a:lvl6pPr>
            <a:lvl7pPr>
              <a:defRPr sz="1050" b="0">
                <a:solidFill>
                  <a:srgbClr val="A8B6C7"/>
                </a:solidFill>
              </a:defRPr>
            </a:lvl7pPr>
            <a:lvl8pPr>
              <a:defRPr sz="1050" b="0">
                <a:solidFill>
                  <a:srgbClr val="A8B6C7"/>
                </a:solidFill>
              </a:defRPr>
            </a:lvl8pPr>
            <a:lvl9pPr>
              <a:defRPr sz="1050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6C7"/>
                </a:solidFill>
              </a:defRPr>
            </a:pPr>
            <a:r>
              <a:rPr sz="1050" b="0">
                <a:solidFill>
                  <a:srgbClr val="A8B6C7"/>
                </a:solidFill>
              </a:rPr>
              <a:t>101 / 155 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77117-DB07-4E28-A3ED-D5DC26DA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19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79B5B"/>
                </a:solidFill>
              </a:defRPr>
            </a:defPPr>
            <a:lvl1pPr>
              <a:defRPr sz="1125" b="1">
                <a:solidFill>
                  <a:srgbClr val="C79B5B"/>
                </a:solidFill>
              </a:defRPr>
            </a:lvl1pPr>
            <a:lvl2pPr>
              <a:defRPr sz="1125" b="1">
                <a:solidFill>
                  <a:srgbClr val="C79B5B"/>
                </a:solidFill>
              </a:defRPr>
            </a:lvl2pPr>
            <a:lvl3pPr>
              <a:defRPr sz="1125" b="1">
                <a:solidFill>
                  <a:srgbClr val="C79B5B"/>
                </a:solidFill>
              </a:defRPr>
            </a:lvl3pPr>
            <a:lvl4pPr>
              <a:defRPr sz="1125" b="1">
                <a:solidFill>
                  <a:srgbClr val="C79B5B"/>
                </a:solidFill>
              </a:defRPr>
            </a:lvl4pPr>
            <a:lvl5pPr>
              <a:defRPr sz="1125" b="1">
                <a:solidFill>
                  <a:srgbClr val="C79B5B"/>
                </a:solidFill>
              </a:defRPr>
            </a:lvl5pPr>
            <a:lvl6pPr>
              <a:defRPr sz="1125" b="1">
                <a:solidFill>
                  <a:srgbClr val="C79B5B"/>
                </a:solidFill>
              </a:defRPr>
            </a:lvl6pPr>
            <a:lvl7pPr>
              <a:defRPr sz="1125" b="1">
                <a:solidFill>
                  <a:srgbClr val="C79B5B"/>
                </a:solidFill>
              </a:defRPr>
            </a:lvl7pPr>
            <a:lvl8pPr>
              <a:defRPr sz="1125" b="1">
                <a:solidFill>
                  <a:srgbClr val="C79B5B"/>
                </a:solidFill>
              </a:defRPr>
            </a:lvl8pPr>
            <a:lvl9pPr>
              <a:defRPr sz="112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79B5B"/>
                </a:solidFill>
              </a:defRPr>
            </a:pPr>
            <a:r>
              <a:rPr sz="1125" b="1">
                <a:solidFill>
                  <a:srgbClr val="C79B5B"/>
                </a:solidFill>
              </a:rPr>
              <a:t>65.16%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55E9C-8E94-4542-9EAE-D80AF4BC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813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EFE6"/>
                </a:solidFill>
              </a:defRPr>
            </a:defPPr>
            <a:lvl1pPr>
              <a:defRPr sz="1125" b="1">
                <a:solidFill>
                  <a:srgbClr val="F4EFE6"/>
                </a:solidFill>
              </a:defRPr>
            </a:lvl1pPr>
            <a:lvl2pPr>
              <a:defRPr sz="1125" b="1">
                <a:solidFill>
                  <a:srgbClr val="F4EFE6"/>
                </a:solidFill>
              </a:defRPr>
            </a:lvl2pPr>
            <a:lvl3pPr>
              <a:defRPr sz="1125" b="1">
                <a:solidFill>
                  <a:srgbClr val="F4EFE6"/>
                </a:solidFill>
              </a:defRPr>
            </a:lvl3pPr>
            <a:lvl4pPr>
              <a:defRPr sz="1125" b="1">
                <a:solidFill>
                  <a:srgbClr val="F4EFE6"/>
                </a:solidFill>
              </a:defRPr>
            </a:lvl4pPr>
            <a:lvl5pPr>
              <a:defRPr sz="1125" b="1">
                <a:solidFill>
                  <a:srgbClr val="F4EFE6"/>
                </a:solidFill>
              </a:defRPr>
            </a:lvl5pPr>
            <a:lvl6pPr>
              <a:defRPr sz="1125" b="1">
                <a:solidFill>
                  <a:srgbClr val="F4EFE6"/>
                </a:solidFill>
              </a:defRPr>
            </a:lvl6pPr>
            <a:lvl7pPr>
              <a:defRPr sz="1125" b="1">
                <a:solidFill>
                  <a:srgbClr val="F4EFE6"/>
                </a:solidFill>
              </a:defRPr>
            </a:lvl7pPr>
            <a:lvl8pPr>
              <a:defRPr sz="1125" b="1">
                <a:solidFill>
                  <a:srgbClr val="F4EFE6"/>
                </a:solidFill>
              </a:defRPr>
            </a:lvl8pPr>
            <a:lvl9pPr>
              <a:defRPr sz="11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4EFE6"/>
                </a:solidFill>
              </a:defRPr>
            </a:pPr>
            <a:r>
              <a:rPr sz="1125" b="1">
                <a:solidFill>
                  <a:srgbClr val="F4EFE6"/>
                </a:solidFill>
              </a:rPr>
              <a:t>EP03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F9C01-F69C-4348-8B2E-AC7CE50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3A4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72B85-2887-48C6-87FC-DE0284D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974247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56EDA-6A0E-4A53-8189-1EBCAC7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8B6C7"/>
                </a:solidFill>
              </a:defRPr>
            </a:defPPr>
            <a:lvl1pPr>
              <a:defRPr sz="1050" b="0">
                <a:solidFill>
                  <a:srgbClr val="A8B6C7"/>
                </a:solidFill>
              </a:defRPr>
            </a:lvl1pPr>
            <a:lvl2pPr>
              <a:defRPr sz="1050" b="0">
                <a:solidFill>
                  <a:srgbClr val="A8B6C7"/>
                </a:solidFill>
              </a:defRPr>
            </a:lvl2pPr>
            <a:lvl3pPr>
              <a:defRPr sz="1050" b="0">
                <a:solidFill>
                  <a:srgbClr val="A8B6C7"/>
                </a:solidFill>
              </a:defRPr>
            </a:lvl3pPr>
            <a:lvl4pPr>
              <a:defRPr sz="1050" b="0">
                <a:solidFill>
                  <a:srgbClr val="A8B6C7"/>
                </a:solidFill>
              </a:defRPr>
            </a:lvl4pPr>
            <a:lvl5pPr>
              <a:defRPr sz="1050" b="0">
                <a:solidFill>
                  <a:srgbClr val="A8B6C7"/>
                </a:solidFill>
              </a:defRPr>
            </a:lvl5pPr>
            <a:lvl6pPr>
              <a:defRPr sz="1050" b="0">
                <a:solidFill>
                  <a:srgbClr val="A8B6C7"/>
                </a:solidFill>
              </a:defRPr>
            </a:lvl6pPr>
            <a:lvl7pPr>
              <a:defRPr sz="1050" b="0">
                <a:solidFill>
                  <a:srgbClr val="A8B6C7"/>
                </a:solidFill>
              </a:defRPr>
            </a:lvl7pPr>
            <a:lvl8pPr>
              <a:defRPr sz="1050" b="0">
                <a:solidFill>
                  <a:srgbClr val="A8B6C7"/>
                </a:solidFill>
              </a:defRPr>
            </a:lvl8pPr>
            <a:lvl9pPr>
              <a:defRPr sz="1050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8B6C7"/>
                </a:solidFill>
              </a:defRPr>
            </a:pPr>
            <a:r>
              <a:rPr sz="1050" b="0">
                <a:solidFill>
                  <a:srgbClr val="A8B6C7"/>
                </a:solidFill>
              </a:rPr>
              <a:t>114 / 165 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95E17-C4EA-4815-B404-62E6ED64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81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1849C"/>
                </a:solidFill>
              </a:defRPr>
            </a:defPPr>
            <a:lvl1pPr>
              <a:defRPr sz="1125" b="1">
                <a:solidFill>
                  <a:srgbClr val="71849C"/>
                </a:solidFill>
              </a:defRPr>
            </a:lvl1pPr>
            <a:lvl2pPr>
              <a:defRPr sz="1125" b="1">
                <a:solidFill>
                  <a:srgbClr val="71849C"/>
                </a:solidFill>
              </a:defRPr>
            </a:lvl2pPr>
            <a:lvl3pPr>
              <a:defRPr sz="1125" b="1">
                <a:solidFill>
                  <a:srgbClr val="71849C"/>
                </a:solidFill>
              </a:defRPr>
            </a:lvl3pPr>
            <a:lvl4pPr>
              <a:defRPr sz="1125" b="1">
                <a:solidFill>
                  <a:srgbClr val="71849C"/>
                </a:solidFill>
              </a:defRPr>
            </a:lvl4pPr>
            <a:lvl5pPr>
              <a:defRPr sz="1125" b="1">
                <a:solidFill>
                  <a:srgbClr val="71849C"/>
                </a:solidFill>
              </a:defRPr>
            </a:lvl5pPr>
            <a:lvl6pPr>
              <a:defRPr sz="1125" b="1">
                <a:solidFill>
                  <a:srgbClr val="71849C"/>
                </a:solidFill>
              </a:defRPr>
            </a:lvl6pPr>
            <a:lvl7pPr>
              <a:defRPr sz="1125" b="1">
                <a:solidFill>
                  <a:srgbClr val="71849C"/>
                </a:solidFill>
              </a:defRPr>
            </a:lvl7pPr>
            <a:lvl8pPr>
              <a:defRPr sz="1125" b="1">
                <a:solidFill>
                  <a:srgbClr val="71849C"/>
                </a:solidFill>
              </a:defRPr>
            </a:lvl8pPr>
            <a:lvl9pPr>
              <a:defRPr sz="1125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1849C"/>
                </a:solidFill>
              </a:defRPr>
            </a:pPr>
            <a:r>
              <a:rPr sz="1125" b="1">
                <a:solidFill>
                  <a:srgbClr val="71849C"/>
                </a:solidFill>
              </a:rPr>
              <a:t>69.09%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3EEF5-27C5-41EF-9823-342D18C8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38550"/>
            <a:ext cx="6591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6458D-3F6E-4F75-877D-FCFEE142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C79B5B"/>
                </a:solidFill>
              </a:defRPr>
            </a:defPPr>
            <a:lvl1pPr>
              <a:defRPr sz="1275" b="1">
                <a:solidFill>
                  <a:srgbClr val="C79B5B"/>
                </a:solidFill>
              </a:defRPr>
            </a:lvl1pPr>
            <a:lvl2pPr>
              <a:defRPr sz="1275" b="1">
                <a:solidFill>
                  <a:srgbClr val="C79B5B"/>
                </a:solidFill>
              </a:defRPr>
            </a:lvl2pPr>
            <a:lvl3pPr>
              <a:defRPr sz="1275" b="1">
                <a:solidFill>
                  <a:srgbClr val="C79B5B"/>
                </a:solidFill>
              </a:defRPr>
            </a:lvl3pPr>
            <a:lvl4pPr>
              <a:defRPr sz="1275" b="1">
                <a:solidFill>
                  <a:srgbClr val="C79B5B"/>
                </a:solidFill>
              </a:defRPr>
            </a:lvl4pPr>
            <a:lvl5pPr>
              <a:defRPr sz="1275" b="1">
                <a:solidFill>
                  <a:srgbClr val="C79B5B"/>
                </a:solidFill>
              </a:defRPr>
            </a:lvl5pPr>
            <a:lvl6pPr>
              <a:defRPr sz="1275" b="1">
                <a:solidFill>
                  <a:srgbClr val="C79B5B"/>
                </a:solidFill>
              </a:defRPr>
            </a:lvl6pPr>
            <a:lvl7pPr>
              <a:defRPr sz="1275" b="1">
                <a:solidFill>
                  <a:srgbClr val="C79B5B"/>
                </a:solidFill>
              </a:defRPr>
            </a:lvl7pPr>
            <a:lvl8pPr>
              <a:defRPr sz="1275" b="1">
                <a:solidFill>
                  <a:srgbClr val="C79B5B"/>
                </a:solidFill>
              </a:defRPr>
            </a:lvl8pPr>
            <a:lvl9pPr>
              <a:defRPr sz="12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79B5B"/>
                </a:solidFill>
              </a:defRPr>
            </a:pPr>
            <a:r>
              <a:rPr sz="1275" b="1">
                <a:solidFill>
                  <a:srgbClr val="C79B5B"/>
                </a:solidFill>
              </a:rPr>
              <a:t>视频语言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5A4889-B0D5-4BB1-A76D-1F4CDF10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481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4EFE6"/>
                </a:solidFill>
              </a:defRPr>
            </a:defPPr>
            <a:lvl1pPr>
              <a:defRPr sz="2025" b="1">
                <a:solidFill>
                  <a:srgbClr val="F4EFE6"/>
                </a:solidFill>
              </a:defRPr>
            </a:lvl1pPr>
            <a:lvl2pPr>
              <a:defRPr sz="2025" b="1">
                <a:solidFill>
                  <a:srgbClr val="F4EFE6"/>
                </a:solidFill>
              </a:defRPr>
            </a:lvl2pPr>
            <a:lvl3pPr>
              <a:defRPr sz="2025" b="1">
                <a:solidFill>
                  <a:srgbClr val="F4EFE6"/>
                </a:solidFill>
              </a:defRPr>
            </a:lvl3pPr>
            <a:lvl4pPr>
              <a:defRPr sz="2025" b="1">
                <a:solidFill>
                  <a:srgbClr val="F4EFE6"/>
                </a:solidFill>
              </a:defRPr>
            </a:lvl4pPr>
            <a:lvl5pPr>
              <a:defRPr sz="2025" b="1">
                <a:solidFill>
                  <a:srgbClr val="F4EFE6"/>
                </a:solidFill>
              </a:defRPr>
            </a:lvl5pPr>
            <a:lvl6pPr>
              <a:defRPr sz="2025" b="1">
                <a:solidFill>
                  <a:srgbClr val="F4EFE6"/>
                </a:solidFill>
              </a:defRPr>
            </a:lvl6pPr>
            <a:lvl7pPr>
              <a:defRPr sz="2025" b="1">
                <a:solidFill>
                  <a:srgbClr val="F4EFE6"/>
                </a:solidFill>
              </a:defRPr>
            </a:lvl7pPr>
            <a:lvl8pPr>
              <a:defRPr sz="2025" b="1">
                <a:solidFill>
                  <a:srgbClr val="F4EFE6"/>
                </a:solidFill>
              </a:defRPr>
            </a:lvl8pPr>
            <a:lvl9pPr>
              <a:defRPr sz="20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4EFE6"/>
                </a:solidFill>
              </a:defRPr>
            </a:pPr>
            <a:r>
              <a:rPr sz="2025" b="1">
                <a:solidFill>
                  <a:srgbClr val="F4EFE6"/>
                </a:solidFill>
              </a:rPr>
              <a:t>画外音 + 书法字幕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479651-E2DD-46AD-BF8A-2EA4E61D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958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不插入 PPT 式说明卡；信息必须来自角色视角、道具状态和声音。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BC199F-783F-46C1-AB3B-7C672B8B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CED3B2-72AB-425E-B327-628AE78E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内部评审版 · 2026-10-26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818D3C-A5D9-4883-A204-5B53D2A9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54591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6AEB7E-7035-4BDD-A30F-4B986FD8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8F2D24"/>
                </a:solidFill>
              </a:defRPr>
            </a:defPPr>
            <a:lvl1pPr>
              <a:defRPr sz="975" b="1">
                <a:solidFill>
                  <a:srgbClr val="8F2D24"/>
                </a:solidFill>
              </a:defRPr>
            </a:lvl1pPr>
            <a:lvl2pPr>
              <a:defRPr sz="975" b="1">
                <a:solidFill>
                  <a:srgbClr val="8F2D24"/>
                </a:solidFill>
              </a:defRPr>
            </a:lvl2pPr>
            <a:lvl3pPr>
              <a:defRPr sz="975" b="1">
                <a:solidFill>
                  <a:srgbClr val="8F2D24"/>
                </a:solidFill>
              </a:defRPr>
            </a:lvl3pPr>
            <a:lvl4pPr>
              <a:defRPr sz="975" b="1">
                <a:solidFill>
                  <a:srgbClr val="8F2D24"/>
                </a:solidFill>
              </a:defRPr>
            </a:lvl4pPr>
            <a:lvl5pPr>
              <a:defRPr sz="975" b="1">
                <a:solidFill>
                  <a:srgbClr val="8F2D24"/>
                </a:solidFill>
              </a:defRPr>
            </a:lvl5pPr>
            <a:lvl6pPr>
              <a:defRPr sz="975" b="1">
                <a:solidFill>
                  <a:srgbClr val="8F2D24"/>
                </a:solidFill>
              </a:defRPr>
            </a:lvl6pPr>
            <a:lvl7pPr>
              <a:defRPr sz="975" b="1">
                <a:solidFill>
                  <a:srgbClr val="8F2D24"/>
                </a:solidFill>
              </a:defRPr>
            </a:lvl7pPr>
            <a:lvl8pPr>
              <a:defRPr sz="975" b="1">
                <a:solidFill>
                  <a:srgbClr val="8F2D24"/>
                </a:solidFill>
              </a:defRPr>
            </a:lvl8pPr>
            <a:lvl9pPr>
              <a:defRPr sz="975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2D24"/>
                </a:solidFill>
              </a:defRPr>
            </a:pPr>
            <a:r>
              <a:rPr sz="975" b="1">
                <a:solidFill>
                  <a:srgbClr val="8F2D24"/>
                </a:solidFill>
              </a:rPr>
              <a:t>04 / 3D-first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32913-7402-4563-95FF-A17594F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161B"/>
                </a:solidFill>
              </a:defRPr>
            </a:defPPr>
            <a:lvl1pPr>
              <a:defRPr sz="2550" b="1">
                <a:solidFill>
                  <a:srgbClr val="17161B"/>
                </a:solidFill>
              </a:defRPr>
            </a:lvl1pPr>
            <a:lvl2pPr>
              <a:defRPr sz="2550" b="1">
                <a:solidFill>
                  <a:srgbClr val="17161B"/>
                </a:solidFill>
              </a:defRPr>
            </a:lvl2pPr>
            <a:lvl3pPr>
              <a:defRPr sz="2550" b="1">
                <a:solidFill>
                  <a:srgbClr val="17161B"/>
                </a:solidFill>
              </a:defRPr>
            </a:lvl3pPr>
            <a:lvl4pPr>
              <a:defRPr sz="2550" b="1">
                <a:solidFill>
                  <a:srgbClr val="17161B"/>
                </a:solidFill>
              </a:defRPr>
            </a:lvl4pPr>
            <a:lvl5pPr>
              <a:defRPr sz="2550" b="1">
                <a:solidFill>
                  <a:srgbClr val="17161B"/>
                </a:solidFill>
              </a:defRPr>
            </a:lvl5pPr>
            <a:lvl6pPr>
              <a:defRPr sz="2550" b="1">
                <a:solidFill>
                  <a:srgbClr val="17161B"/>
                </a:solidFill>
              </a:defRPr>
            </a:lvl6pPr>
            <a:lvl7pPr>
              <a:defRPr sz="2550" b="1">
                <a:solidFill>
                  <a:srgbClr val="17161B"/>
                </a:solidFill>
              </a:defRPr>
            </a:lvl7pPr>
            <a:lvl8pPr>
              <a:defRPr sz="2550" b="1">
                <a:solidFill>
                  <a:srgbClr val="17161B"/>
                </a:solidFill>
              </a:defRPr>
            </a:lvl8pPr>
            <a:lvl9pPr>
              <a:defRPr sz="25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61B"/>
                </a:solidFill>
              </a:defRPr>
            </a:pPr>
            <a:r>
              <a:rPr sz="2550" b="1">
                <a:solidFill>
                  <a:srgbClr val="17161B"/>
                </a:solidFill>
              </a:rPr>
              <a:t>强制 3D 前置：先把空间关系做对，再把画面做美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1A447-EA72-4BF8-8895-2E1332E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5D56"/>
                </a:solidFill>
              </a:defRPr>
            </a:defPPr>
            <a:lvl1pPr>
              <a:defRPr sz="1200" b="0">
                <a:solidFill>
                  <a:srgbClr val="655D56"/>
                </a:solidFill>
              </a:defRPr>
            </a:lvl1pPr>
            <a:lvl2pPr>
              <a:defRPr sz="1200" b="0">
                <a:solidFill>
                  <a:srgbClr val="655D56"/>
                </a:solidFill>
              </a:defRPr>
            </a:lvl2pPr>
            <a:lvl3pPr>
              <a:defRPr sz="1200" b="0">
                <a:solidFill>
                  <a:srgbClr val="655D56"/>
                </a:solidFill>
              </a:defRPr>
            </a:lvl3pPr>
            <a:lvl4pPr>
              <a:defRPr sz="1200" b="0">
                <a:solidFill>
                  <a:srgbClr val="655D56"/>
                </a:solidFill>
              </a:defRPr>
            </a:lvl4pPr>
            <a:lvl5pPr>
              <a:defRPr sz="1200" b="0">
                <a:solidFill>
                  <a:srgbClr val="655D56"/>
                </a:solidFill>
              </a:defRPr>
            </a:lvl5pPr>
            <a:lvl6pPr>
              <a:defRPr sz="1200" b="0">
                <a:solidFill>
                  <a:srgbClr val="655D56"/>
                </a:solidFill>
              </a:defRPr>
            </a:lvl6pPr>
            <a:lvl7pPr>
              <a:defRPr sz="1200" b="0">
                <a:solidFill>
                  <a:srgbClr val="655D56"/>
                </a:solidFill>
              </a:defRPr>
            </a:lvl7pPr>
            <a:lvl8pPr>
              <a:defRPr sz="1200" b="0">
                <a:solidFill>
                  <a:srgbClr val="655D56"/>
                </a:solidFill>
              </a:defRPr>
            </a:lvl8pPr>
            <a:lvl9pPr>
              <a:defRPr sz="120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5D56"/>
                </a:solidFill>
              </a:defRPr>
            </a:pPr>
            <a:r>
              <a:rPr sz="1200" b="0">
                <a:solidFill>
                  <a:srgbClr val="655D56"/>
                </a:solidFill>
              </a:rPr>
              <a:t>3D 是生成前的几何与运动约束层；AI 生成后仍要回看实际帧。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D7CFC-0DB7-4779-A63E-843306FD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05FFF-559C-4B06-A8C0-C69E3D1B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268D8-A2A0-4AB1-9A03-AECA5872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B3ED1-FA63-4EEE-B33C-DF507D84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E42E7-5BAE-4982-A2AD-0E339803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人物 / 手 / 马车 / 药箱 / 建筑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232A6-46E9-4841-BDBA-2F7CAD59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89B7C-0334-49F6-BE0A-7362C66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30F72-334B-460F-A60D-C93C2080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E094E-9112-4405-9306-A156C0C1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EC7F8F-0AEC-4C5D-A3C6-0E65492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5CD97-7704-4095-8D40-2553CFC3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位置、比例、遮挡、朝向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17940-D19E-4822-BE63-4E0DEC12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00F28-D078-420A-982C-27D2FED5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DEC44-519C-4A4B-92E3-8861B96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F9607-F3A4-4FE5-AAA8-0E946A9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DB560-57EC-4CB8-84D0-5EA2F712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运动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60314-42C4-4CEE-A509-581E3C2B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相机路径、动作节拍、接触点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2BB66-760B-4AF9-9A70-B92B68A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FD84F-1FBB-480E-9FFB-D9323D29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B7746-F5A5-4110-83BE-B004BD9D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2AFE6-7AEE-4D29-8CD7-3A0DDF0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B7EB1-BD31-4F12-8784-0529F3D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人工查看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8DCD1-EC70-4141-999B-3B06BDF3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当前源与变更后的画面确认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F4EC3-2E00-4EAB-85E7-A481C70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50018-8409-42F4-A5E2-131BE5F3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5E5D4"/>
          </a:solidFill>
          <a:ln xmlns:a="http://schemas.openxmlformats.org/drawingml/2006/main" w="9525">
            <a:solidFill>
              <a:srgbClr val="B33A2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63154-B21D-4678-BFA1-F35F9390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13C81-A31C-47EB-8888-8E4C868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F2D24"/>
                </a:solidFill>
              </a:defRPr>
            </a:defPPr>
            <a:lvl1pPr>
              <a:defRPr sz="1050" b="1">
                <a:solidFill>
                  <a:srgbClr val="8F2D24"/>
                </a:solidFill>
              </a:defRPr>
            </a:lvl1pPr>
            <a:lvl2pPr>
              <a:defRPr sz="1050" b="1">
                <a:solidFill>
                  <a:srgbClr val="8F2D24"/>
                </a:solidFill>
              </a:defRPr>
            </a:lvl2pPr>
            <a:lvl3pPr>
              <a:defRPr sz="1050" b="1">
                <a:solidFill>
                  <a:srgbClr val="8F2D24"/>
                </a:solidFill>
              </a:defRPr>
            </a:lvl3pPr>
            <a:lvl4pPr>
              <a:defRPr sz="1050" b="1">
                <a:solidFill>
                  <a:srgbClr val="8F2D24"/>
                </a:solidFill>
              </a:defRPr>
            </a:lvl4pPr>
            <a:lvl5pPr>
              <a:defRPr sz="1050" b="1">
                <a:solidFill>
                  <a:srgbClr val="8F2D24"/>
                </a:solidFill>
              </a:defRPr>
            </a:lvl5pPr>
            <a:lvl6pPr>
              <a:defRPr sz="1050" b="1">
                <a:solidFill>
                  <a:srgbClr val="8F2D24"/>
                </a:solidFill>
              </a:defRPr>
            </a:lvl6pPr>
            <a:lvl7pPr>
              <a:defRPr sz="1050" b="1">
                <a:solidFill>
                  <a:srgbClr val="8F2D24"/>
                </a:solidFill>
              </a:defRPr>
            </a:lvl7pPr>
            <a:lvl8pPr>
              <a:defRPr sz="1050" b="1">
                <a:solidFill>
                  <a:srgbClr val="8F2D24"/>
                </a:solidFill>
              </a:defRPr>
            </a:lvl8pPr>
            <a:lvl9pPr>
              <a:defRPr sz="10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F2D24"/>
                </a:solidFill>
              </a:defRPr>
            </a:pPr>
            <a:r>
              <a:rPr sz="1050" b="1">
                <a:solidFill>
                  <a:srgbClr val="8F2D24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4829C-E2C0-4075-B90A-D1D9A43A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内部生成门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D87962-848D-4DD6-8274-AE73C9E4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exact-scope preflight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B47B4D-F4BF-4D60-A1F7-CF70102B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5B42D7-FBD8-44C8-9359-FAD61528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3C3BA-B52C-4C48-9FFF-6CED1C7D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16A5B5-0242-499B-BE6F-0C877679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EA57F-1B2C-48F5-B948-A40063AE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AI 生成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88C8F8-A8F6-49B3-9D78-2259C39F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关键帧 → reference 视频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E1AE90-1553-4613-81A9-2F523EDB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33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38AA80-832F-4DE3-8FB5-9705D8C3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1390650" cy="18859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B9A689-28BD-4E61-8B20-E6BBFAD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1390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07351D-0122-4CDB-8852-0BB90AEC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62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71849C"/>
                </a:solidFill>
              </a:defRPr>
            </a:defPPr>
            <a:lvl1pPr>
              <a:defRPr sz="1050" b="1">
                <a:solidFill>
                  <a:srgbClr val="71849C"/>
                </a:solidFill>
              </a:defRPr>
            </a:lvl1pPr>
            <a:lvl2pPr>
              <a:defRPr sz="1050" b="1">
                <a:solidFill>
                  <a:srgbClr val="71849C"/>
                </a:solidFill>
              </a:defRPr>
            </a:lvl2pPr>
            <a:lvl3pPr>
              <a:defRPr sz="1050" b="1">
                <a:solidFill>
                  <a:srgbClr val="71849C"/>
                </a:solidFill>
              </a:defRPr>
            </a:lvl3pPr>
            <a:lvl4pPr>
              <a:defRPr sz="1050" b="1">
                <a:solidFill>
                  <a:srgbClr val="71849C"/>
                </a:solidFill>
              </a:defRPr>
            </a:lvl4pPr>
            <a:lvl5pPr>
              <a:defRPr sz="1050" b="1">
                <a:solidFill>
                  <a:srgbClr val="71849C"/>
                </a:solidFill>
              </a:defRPr>
            </a:lvl5pPr>
            <a:lvl6pPr>
              <a:defRPr sz="1050" b="1">
                <a:solidFill>
                  <a:srgbClr val="71849C"/>
                </a:solidFill>
              </a:defRPr>
            </a:lvl6pPr>
            <a:lvl7pPr>
              <a:defRPr sz="1050" b="1">
                <a:solidFill>
                  <a:srgbClr val="71849C"/>
                </a:solidFill>
              </a:defRPr>
            </a:lvl7pPr>
            <a:lvl8pPr>
              <a:defRPr sz="1050" b="1">
                <a:solidFill>
                  <a:srgbClr val="71849C"/>
                </a:solidFill>
              </a:defRPr>
            </a:lvl8pPr>
            <a:lvl9pPr>
              <a:defRPr sz="10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1849C"/>
                </a:solidFill>
              </a:defRPr>
            </a:pPr>
            <a:r>
              <a:rPr sz="1050" b="1">
                <a:solidFill>
                  <a:srgbClr val="71849C"/>
                </a:solidFill>
              </a:rPr>
              <a:t>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CEB3B2-AA63-4C4B-B5DE-561E6A8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860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161B"/>
                </a:solidFill>
              </a:defRPr>
            </a:defPPr>
            <a:lvl1pPr>
              <a:defRPr sz="1650" b="1">
                <a:solidFill>
                  <a:srgbClr val="17161B"/>
                </a:solidFill>
              </a:defRPr>
            </a:lvl1pPr>
            <a:lvl2pPr>
              <a:defRPr sz="1650" b="1">
                <a:solidFill>
                  <a:srgbClr val="17161B"/>
                </a:solidFill>
              </a:defRPr>
            </a:lvl2pPr>
            <a:lvl3pPr>
              <a:defRPr sz="1650" b="1">
                <a:solidFill>
                  <a:srgbClr val="17161B"/>
                </a:solidFill>
              </a:defRPr>
            </a:lvl3pPr>
            <a:lvl4pPr>
              <a:defRPr sz="1650" b="1">
                <a:solidFill>
                  <a:srgbClr val="17161B"/>
                </a:solidFill>
              </a:defRPr>
            </a:lvl4pPr>
            <a:lvl5pPr>
              <a:defRPr sz="1650" b="1">
                <a:solidFill>
                  <a:srgbClr val="17161B"/>
                </a:solidFill>
              </a:defRPr>
            </a:lvl5pPr>
            <a:lvl6pPr>
              <a:defRPr sz="1650" b="1">
                <a:solidFill>
                  <a:srgbClr val="17161B"/>
                </a:solidFill>
              </a:defRPr>
            </a:lvl6pPr>
            <a:lvl7pPr>
              <a:defRPr sz="1650" b="1">
                <a:solidFill>
                  <a:srgbClr val="17161B"/>
                </a:solidFill>
              </a:defRPr>
            </a:lvl7pPr>
            <a:lvl8pPr>
              <a:defRPr sz="1650" b="1">
                <a:solidFill>
                  <a:srgbClr val="17161B"/>
                </a:solidFill>
              </a:defRPr>
            </a:lvl8pPr>
            <a:lvl9pPr>
              <a:defRPr sz="16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61B"/>
                </a:solidFill>
              </a:defRPr>
            </a:pPr>
            <a:r>
              <a:rPr sz="1650" b="1">
                <a:solidFill>
                  <a:srgbClr val="17161B"/>
                </a:solidFill>
              </a:rPr>
              <a:t>实际帧 QC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0FCDCA-3489-4E6D-AC3A-5FFAC17E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162300"/>
            <a:ext cx="106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5D56"/>
                </a:solidFill>
              </a:defRPr>
            </a:defPPr>
            <a:lvl1pPr>
              <a:defRPr sz="1050" b="0">
                <a:solidFill>
                  <a:srgbClr val="655D56"/>
                </a:solidFill>
              </a:defRPr>
            </a:lvl1pPr>
            <a:lvl2pPr>
              <a:defRPr sz="1050" b="0">
                <a:solidFill>
                  <a:srgbClr val="655D56"/>
                </a:solidFill>
              </a:defRPr>
            </a:lvl2pPr>
            <a:lvl3pPr>
              <a:defRPr sz="1050" b="0">
                <a:solidFill>
                  <a:srgbClr val="655D56"/>
                </a:solidFill>
              </a:defRPr>
            </a:lvl3pPr>
            <a:lvl4pPr>
              <a:defRPr sz="1050" b="0">
                <a:solidFill>
                  <a:srgbClr val="655D56"/>
                </a:solidFill>
              </a:defRPr>
            </a:lvl4pPr>
            <a:lvl5pPr>
              <a:defRPr sz="1050" b="0">
                <a:solidFill>
                  <a:srgbClr val="655D56"/>
                </a:solidFill>
              </a:defRPr>
            </a:lvl5pPr>
            <a:lvl6pPr>
              <a:defRPr sz="1050" b="0">
                <a:solidFill>
                  <a:srgbClr val="655D56"/>
                </a:solidFill>
              </a:defRPr>
            </a:lvl6pPr>
            <a:lvl7pPr>
              <a:defRPr sz="1050" b="0">
                <a:solidFill>
                  <a:srgbClr val="655D56"/>
                </a:solidFill>
              </a:defRPr>
            </a:lvl7pPr>
            <a:lvl8pPr>
              <a:defRPr sz="1050" b="0">
                <a:solidFill>
                  <a:srgbClr val="655D56"/>
                </a:solidFill>
              </a:defRPr>
            </a:lvl8pPr>
            <a:lvl9pPr>
              <a:defRPr sz="105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55D56"/>
                </a:solidFill>
              </a:defRPr>
            </a:pPr>
            <a:r>
              <a:rPr sz="1050" b="0">
                <a:solidFill>
                  <a:srgbClr val="655D56"/>
                </a:solidFill>
              </a:rPr>
              <a:t>几何、连续性、第一人称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AE08D0-C229-4732-9F65-5C091CD2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1125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7161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08CAF-D2BE-484F-B48B-C4F44C80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79B5B"/>
                </a:solidFill>
              </a:defRPr>
            </a:defPPr>
            <a:lvl1pPr>
              <a:defRPr sz="1125" b="1">
                <a:solidFill>
                  <a:srgbClr val="C79B5B"/>
                </a:solidFill>
              </a:defRPr>
            </a:lvl1pPr>
            <a:lvl2pPr>
              <a:defRPr sz="1125" b="1">
                <a:solidFill>
                  <a:srgbClr val="C79B5B"/>
                </a:solidFill>
              </a:defRPr>
            </a:lvl2pPr>
            <a:lvl3pPr>
              <a:defRPr sz="1125" b="1">
                <a:solidFill>
                  <a:srgbClr val="C79B5B"/>
                </a:solidFill>
              </a:defRPr>
            </a:lvl3pPr>
            <a:lvl4pPr>
              <a:defRPr sz="1125" b="1">
                <a:solidFill>
                  <a:srgbClr val="C79B5B"/>
                </a:solidFill>
              </a:defRPr>
            </a:lvl4pPr>
            <a:lvl5pPr>
              <a:defRPr sz="1125" b="1">
                <a:solidFill>
                  <a:srgbClr val="C79B5B"/>
                </a:solidFill>
              </a:defRPr>
            </a:lvl5pPr>
            <a:lvl6pPr>
              <a:defRPr sz="1125" b="1">
                <a:solidFill>
                  <a:srgbClr val="C79B5B"/>
                </a:solidFill>
              </a:defRPr>
            </a:lvl6pPr>
            <a:lvl7pPr>
              <a:defRPr sz="1125" b="1">
                <a:solidFill>
                  <a:srgbClr val="C79B5B"/>
                </a:solidFill>
              </a:defRPr>
            </a:lvl7pPr>
            <a:lvl8pPr>
              <a:defRPr sz="1125" b="1">
                <a:solidFill>
                  <a:srgbClr val="C79B5B"/>
                </a:solidFill>
              </a:defRPr>
            </a:lvl8pPr>
            <a:lvl9pPr>
              <a:defRPr sz="112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79B5B"/>
                </a:solidFill>
              </a:defRPr>
            </a:pPr>
            <a:r>
              <a:rPr sz="1125" b="1">
                <a:solidFill>
                  <a:srgbClr val="C79B5B"/>
                </a:solidFill>
              </a:rPr>
              <a:t>审核状态分层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605A17-1EFB-4A85-9F0A-53E2E91B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2915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77979D-3F62-48E2-BF12-BD93073D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3867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internal_approval = 人工查看通过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BC2FA9-2C2F-41B0-ADF6-DB22CA6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29150"/>
            <a:ext cx="25527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53DC46-DAA6-4305-A65E-539B9256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38675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9B5B"/>
                </a:solidFill>
              </a:defRPr>
            </a:defPPr>
            <a:lvl1pPr>
              <a:defRPr sz="1050" b="1">
                <a:solidFill>
                  <a:srgbClr val="C79B5B"/>
                </a:solidFill>
              </a:defRPr>
            </a:lvl1pPr>
            <a:lvl2pPr>
              <a:defRPr sz="1050" b="1">
                <a:solidFill>
                  <a:srgbClr val="C79B5B"/>
                </a:solidFill>
              </a:defRPr>
            </a:lvl2pPr>
            <a:lvl3pPr>
              <a:defRPr sz="1050" b="1">
                <a:solidFill>
                  <a:srgbClr val="C79B5B"/>
                </a:solidFill>
              </a:defRPr>
            </a:lvl3pPr>
            <a:lvl4pPr>
              <a:defRPr sz="1050" b="1">
                <a:solidFill>
                  <a:srgbClr val="C79B5B"/>
                </a:solidFill>
              </a:defRPr>
            </a:lvl4pPr>
            <a:lvl5pPr>
              <a:defRPr sz="1050" b="1">
                <a:solidFill>
                  <a:srgbClr val="C79B5B"/>
                </a:solidFill>
              </a:defRPr>
            </a:lvl5pPr>
            <a:lvl6pPr>
              <a:defRPr sz="1050" b="1">
                <a:solidFill>
                  <a:srgbClr val="C79B5B"/>
                </a:solidFill>
              </a:defRPr>
            </a:lvl6pPr>
            <a:lvl7pPr>
              <a:defRPr sz="1050" b="1">
                <a:solidFill>
                  <a:srgbClr val="C79B5B"/>
                </a:solidFill>
              </a:defRPr>
            </a:lvl7pPr>
            <a:lvl8pPr>
              <a:defRPr sz="1050" b="1">
                <a:solidFill>
                  <a:srgbClr val="C79B5B"/>
                </a:solidFill>
              </a:defRPr>
            </a:lvl8pPr>
            <a:lvl9pPr>
              <a:defRPr sz="10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79B5B"/>
                </a:solidFill>
              </a:defRPr>
            </a:pPr>
            <a:r>
              <a:rPr sz="1050" b="1">
                <a:solidFill>
                  <a:srgbClr val="C79B5B"/>
                </a:solidFill>
              </a:rPr>
              <a:t>formal status = evidence 审计层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31FD85-ACF7-4D7B-854B-23C404B6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9B0A7"/>
                </a:solidFill>
              </a:defRPr>
            </a:defPPr>
            <a:lvl1pPr>
              <a:defRPr sz="975" b="0">
                <a:solidFill>
                  <a:srgbClr val="B9B0A7"/>
                </a:solidFill>
              </a:defRPr>
            </a:lvl1pPr>
            <a:lvl2pPr>
              <a:defRPr sz="975" b="0">
                <a:solidFill>
                  <a:srgbClr val="B9B0A7"/>
                </a:solidFill>
              </a:defRPr>
            </a:lvl2pPr>
            <a:lvl3pPr>
              <a:defRPr sz="975" b="0">
                <a:solidFill>
                  <a:srgbClr val="B9B0A7"/>
                </a:solidFill>
              </a:defRPr>
            </a:lvl3pPr>
            <a:lvl4pPr>
              <a:defRPr sz="975" b="0">
                <a:solidFill>
                  <a:srgbClr val="B9B0A7"/>
                </a:solidFill>
              </a:defRPr>
            </a:lvl4pPr>
            <a:lvl5pPr>
              <a:defRPr sz="975" b="0">
                <a:solidFill>
                  <a:srgbClr val="B9B0A7"/>
                </a:solidFill>
              </a:defRPr>
            </a:lvl5pPr>
            <a:lvl6pPr>
              <a:defRPr sz="975" b="0">
                <a:solidFill>
                  <a:srgbClr val="B9B0A7"/>
                </a:solidFill>
              </a:defRPr>
            </a:lvl6pPr>
            <a:lvl7pPr>
              <a:defRPr sz="975" b="0">
                <a:solidFill>
                  <a:srgbClr val="B9B0A7"/>
                </a:solidFill>
              </a:defRPr>
            </a:lvl7pPr>
            <a:lvl8pPr>
              <a:defRPr sz="975" b="0">
                <a:solidFill>
                  <a:srgbClr val="B9B0A7"/>
                </a:solidFill>
              </a:defRPr>
            </a:lvl8pPr>
            <a:lvl9pPr>
              <a:defRPr sz="97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9B0A7"/>
                </a:solidFill>
              </a:defRPr>
            </a:pPr>
            <a:r>
              <a:rPr sz="975" b="0">
                <a:solidFill>
                  <a:srgbClr val="B9B0A7"/>
                </a:solidFill>
              </a:rPr>
              <a:t>本次内部评审采用人工查看进入生成门；正式证据审计继续保留为追溯层。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3B358A-6EA8-4BC0-99DF-373B81B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E46951-2FA6-463A-8356-0466508A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MANDATORY-3D-PRODUCTION · geometry coverage · internal review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48F70B-5B36-44D4-8872-7DBD342D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3122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5BB2A-2A7F-40DD-9D6E-ABA0D60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79B5B"/>
                </a:solidFill>
              </a:defRPr>
            </a:defPPr>
            <a:lvl1pPr>
              <a:defRPr sz="975" b="1">
                <a:solidFill>
                  <a:srgbClr val="C79B5B"/>
                </a:solidFill>
              </a:defRPr>
            </a:lvl1pPr>
            <a:lvl2pPr>
              <a:defRPr sz="975" b="1">
                <a:solidFill>
                  <a:srgbClr val="C79B5B"/>
                </a:solidFill>
              </a:defRPr>
            </a:lvl2pPr>
            <a:lvl3pPr>
              <a:defRPr sz="975" b="1">
                <a:solidFill>
                  <a:srgbClr val="C79B5B"/>
                </a:solidFill>
              </a:defRPr>
            </a:lvl3pPr>
            <a:lvl4pPr>
              <a:defRPr sz="975" b="1">
                <a:solidFill>
                  <a:srgbClr val="C79B5B"/>
                </a:solidFill>
              </a:defRPr>
            </a:lvl4pPr>
            <a:lvl5pPr>
              <a:defRPr sz="975" b="1">
                <a:solidFill>
                  <a:srgbClr val="C79B5B"/>
                </a:solidFill>
              </a:defRPr>
            </a:lvl5pPr>
            <a:lvl6pPr>
              <a:defRPr sz="975" b="1">
                <a:solidFill>
                  <a:srgbClr val="C79B5B"/>
                </a:solidFill>
              </a:defRPr>
            </a:lvl6pPr>
            <a:lvl7pPr>
              <a:defRPr sz="975" b="1">
                <a:solidFill>
                  <a:srgbClr val="C79B5B"/>
                </a:solidFill>
              </a:defRPr>
            </a:lvl7pPr>
            <a:lvl8pPr>
              <a:defRPr sz="975" b="1">
                <a:solidFill>
                  <a:srgbClr val="C79B5B"/>
                </a:solidFill>
              </a:defRPr>
            </a:lvl8pPr>
            <a:lvl9pPr>
              <a:defRPr sz="9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79B5B"/>
                </a:solidFill>
              </a:defRPr>
            </a:pPr>
            <a:r>
              <a:rPr sz="975" b="1">
                <a:solidFill>
                  <a:srgbClr val="C79B5B"/>
                </a:solidFill>
              </a:rPr>
              <a:t>05 / MODEL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4C944-4867-4A80-9E41-BBBC8C4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8F1"/>
                </a:solidFill>
              </a:defRPr>
            </a:defPPr>
            <a:lvl1pPr>
              <a:defRPr sz="2550" b="1">
                <a:solidFill>
                  <a:srgbClr val="FBF8F1"/>
                </a:solidFill>
              </a:defRPr>
            </a:lvl1pPr>
            <a:lvl2pPr>
              <a:defRPr sz="2550" b="1">
                <a:solidFill>
                  <a:srgbClr val="FBF8F1"/>
                </a:solidFill>
              </a:defRPr>
            </a:lvl2pPr>
            <a:lvl3pPr>
              <a:defRPr sz="2550" b="1">
                <a:solidFill>
                  <a:srgbClr val="FBF8F1"/>
                </a:solidFill>
              </a:defRPr>
            </a:lvl3pPr>
            <a:lvl4pPr>
              <a:defRPr sz="2550" b="1">
                <a:solidFill>
                  <a:srgbClr val="FBF8F1"/>
                </a:solidFill>
              </a:defRPr>
            </a:lvl4pPr>
            <a:lvl5pPr>
              <a:defRPr sz="2550" b="1">
                <a:solidFill>
                  <a:srgbClr val="FBF8F1"/>
                </a:solidFill>
              </a:defRPr>
            </a:lvl5pPr>
            <a:lvl6pPr>
              <a:defRPr sz="2550" b="1">
                <a:solidFill>
                  <a:srgbClr val="FBF8F1"/>
                </a:solidFill>
              </a:defRPr>
            </a:lvl6pPr>
            <a:lvl7pPr>
              <a:defRPr sz="2550" b="1">
                <a:solidFill>
                  <a:srgbClr val="FBF8F1"/>
                </a:solidFill>
              </a:defRPr>
            </a:lvl7pPr>
            <a:lvl8pPr>
              <a:defRPr sz="2550" b="1">
                <a:solidFill>
                  <a:srgbClr val="FBF8F1"/>
                </a:solidFill>
              </a:defRPr>
            </a:lvl8pPr>
            <a:lvl9pPr>
              <a:defRPr sz="25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8F1"/>
                </a:solidFill>
              </a:defRPr>
            </a:pPr>
            <a:r>
              <a:rPr sz="2550" b="1">
                <a:solidFill>
                  <a:srgbClr val="FBF8F1"/>
                </a:solidFill>
              </a:rPr>
              <a:t>模型组合：图片负责稳定参考，Seedance 2.5 负责全片动作生产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E95E3-32A6-4B01-B851-F9A7BCB8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B0A7"/>
                </a:solidFill>
              </a:defRPr>
            </a:defPPr>
            <a:lvl1pPr>
              <a:defRPr sz="1200" b="0">
                <a:solidFill>
                  <a:srgbClr val="B9B0A7"/>
                </a:solidFill>
              </a:defRPr>
            </a:lvl1pPr>
            <a:lvl2pPr>
              <a:defRPr sz="1200" b="0">
                <a:solidFill>
                  <a:srgbClr val="B9B0A7"/>
                </a:solidFill>
              </a:defRPr>
            </a:lvl2pPr>
            <a:lvl3pPr>
              <a:defRPr sz="1200" b="0">
                <a:solidFill>
                  <a:srgbClr val="B9B0A7"/>
                </a:solidFill>
              </a:defRPr>
            </a:lvl3pPr>
            <a:lvl4pPr>
              <a:defRPr sz="1200" b="0">
                <a:solidFill>
                  <a:srgbClr val="B9B0A7"/>
                </a:solidFill>
              </a:defRPr>
            </a:lvl4pPr>
            <a:lvl5pPr>
              <a:defRPr sz="1200" b="0">
                <a:solidFill>
                  <a:srgbClr val="B9B0A7"/>
                </a:solidFill>
              </a:defRPr>
            </a:lvl5pPr>
            <a:lvl6pPr>
              <a:defRPr sz="1200" b="0">
                <a:solidFill>
                  <a:srgbClr val="B9B0A7"/>
                </a:solidFill>
              </a:defRPr>
            </a:lvl6pPr>
            <a:lvl7pPr>
              <a:defRPr sz="1200" b="0">
                <a:solidFill>
                  <a:srgbClr val="B9B0A7"/>
                </a:solidFill>
              </a:defRPr>
            </a:lvl7pPr>
            <a:lvl8pPr>
              <a:defRPr sz="1200" b="0">
                <a:solidFill>
                  <a:srgbClr val="B9B0A7"/>
                </a:solidFill>
              </a:defRPr>
            </a:lvl8pPr>
            <a:lvl9pPr>
              <a:defRPr sz="12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B0A7"/>
                </a:solidFill>
              </a:defRPr>
            </a:pPr>
            <a:r>
              <a:rPr sz="1200" b="0">
                <a:solidFill>
                  <a:srgbClr val="B9B0A7"/>
                </a:solidFill>
              </a:rPr>
              <a:t>这是基准测试后的生产切换：代表性样片验证 H3 链路后，全片改用 Seedance 2.5 480P 批量生产。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61ED3-9602-4DE9-B2A2-D3C3873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1054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6BE1B-8F38-4010-9F37-D8B5E8E9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57531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85A8B-8281-4A34-ADC0-1C6A731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4EFE6"/>
                </a:solidFill>
              </a:defRPr>
            </a:defPPr>
            <a:lvl1pPr>
              <a:defRPr sz="1875" b="1">
                <a:solidFill>
                  <a:srgbClr val="F4EFE6"/>
                </a:solidFill>
              </a:defRPr>
            </a:lvl1pPr>
            <a:lvl2pPr>
              <a:defRPr sz="1875" b="1">
                <a:solidFill>
                  <a:srgbClr val="F4EFE6"/>
                </a:solidFill>
              </a:defRPr>
            </a:lvl2pPr>
            <a:lvl3pPr>
              <a:defRPr sz="1875" b="1">
                <a:solidFill>
                  <a:srgbClr val="F4EFE6"/>
                </a:solidFill>
              </a:defRPr>
            </a:lvl3pPr>
            <a:lvl4pPr>
              <a:defRPr sz="1875" b="1">
                <a:solidFill>
                  <a:srgbClr val="F4EFE6"/>
                </a:solidFill>
              </a:defRPr>
            </a:lvl4pPr>
            <a:lvl5pPr>
              <a:defRPr sz="1875" b="1">
                <a:solidFill>
                  <a:srgbClr val="F4EFE6"/>
                </a:solidFill>
              </a:defRPr>
            </a:lvl5pPr>
            <a:lvl6pPr>
              <a:defRPr sz="1875" b="1">
                <a:solidFill>
                  <a:srgbClr val="F4EFE6"/>
                </a:solidFill>
              </a:defRPr>
            </a:lvl6pPr>
            <a:lvl7pPr>
              <a:defRPr sz="1875" b="1">
                <a:solidFill>
                  <a:srgbClr val="F4EFE6"/>
                </a:solidFill>
              </a:defRPr>
            </a:lvl7pPr>
            <a:lvl8pPr>
              <a:defRPr sz="1875" b="1">
                <a:solidFill>
                  <a:srgbClr val="F4EFE6"/>
                </a:solidFill>
              </a:defRPr>
            </a:lvl8pPr>
            <a:lvl9pPr>
              <a:defRPr sz="18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EFE6"/>
                </a:solidFill>
              </a:defRPr>
            </a:pPr>
            <a:r>
              <a:rPr sz="1875" b="1">
                <a:solidFill>
                  <a:srgbClr val="F4EFE6"/>
                </a:solidFill>
              </a:rPr>
              <a:t>Gemini 3.1 Flash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B6321-8E45-4983-B781-801F534C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295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AEA79-AB56-48F9-AB15-1376333D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161B"/>
                </a:solidFill>
              </a:defRPr>
            </a:defPPr>
            <a:lvl1pPr>
              <a:defRPr sz="1050" b="1">
                <a:solidFill>
                  <a:srgbClr val="17161B"/>
                </a:solidFill>
              </a:defRPr>
            </a:lvl1pPr>
            <a:lvl2pPr>
              <a:defRPr sz="1050" b="1">
                <a:solidFill>
                  <a:srgbClr val="17161B"/>
                </a:solidFill>
              </a:defRPr>
            </a:lvl2pPr>
            <a:lvl3pPr>
              <a:defRPr sz="1050" b="1">
                <a:solidFill>
                  <a:srgbClr val="17161B"/>
                </a:solidFill>
              </a:defRPr>
            </a:lvl3pPr>
            <a:lvl4pPr>
              <a:defRPr sz="1050" b="1">
                <a:solidFill>
                  <a:srgbClr val="17161B"/>
                </a:solidFill>
              </a:defRPr>
            </a:lvl4pPr>
            <a:lvl5pPr>
              <a:defRPr sz="1050" b="1">
                <a:solidFill>
                  <a:srgbClr val="17161B"/>
                </a:solidFill>
              </a:defRPr>
            </a:lvl5pPr>
            <a:lvl6pPr>
              <a:defRPr sz="1050" b="1">
                <a:solidFill>
                  <a:srgbClr val="17161B"/>
                </a:solidFill>
              </a:defRPr>
            </a:lvl6pPr>
            <a:lvl7pPr>
              <a:defRPr sz="1050" b="1">
                <a:solidFill>
                  <a:srgbClr val="17161B"/>
                </a:solidFill>
              </a:defRPr>
            </a:lvl7pPr>
            <a:lvl8pPr>
              <a:defRPr sz="1050" b="1">
                <a:solidFill>
                  <a:srgbClr val="17161B"/>
                </a:solidFill>
              </a:defRPr>
            </a:lvl8pPr>
            <a:lvl9pPr>
              <a:defRPr sz="10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7161B"/>
                </a:solidFill>
              </a:defRPr>
            </a:pPr>
            <a:r>
              <a:rPr sz="1050" b="1">
                <a:solidFill>
                  <a:srgbClr val="17161B"/>
                </a:solidFill>
              </a:rPr>
              <a:t>图片 / 关键帧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8674B-C8B6-4910-93C4-69B8244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79B5B"/>
                </a:solidFill>
              </a:defRPr>
            </a:defPPr>
            <a:lvl1pPr>
              <a:defRPr sz="1425" b="1">
                <a:solidFill>
                  <a:srgbClr val="C79B5B"/>
                </a:solidFill>
              </a:defRPr>
            </a:lvl1pPr>
            <a:lvl2pPr>
              <a:defRPr sz="1425" b="1">
                <a:solidFill>
                  <a:srgbClr val="C79B5B"/>
                </a:solidFill>
              </a:defRPr>
            </a:lvl2pPr>
            <a:lvl3pPr>
              <a:defRPr sz="1425" b="1">
                <a:solidFill>
                  <a:srgbClr val="C79B5B"/>
                </a:solidFill>
              </a:defRPr>
            </a:lvl3pPr>
            <a:lvl4pPr>
              <a:defRPr sz="1425" b="1">
                <a:solidFill>
                  <a:srgbClr val="C79B5B"/>
                </a:solidFill>
              </a:defRPr>
            </a:lvl4pPr>
            <a:lvl5pPr>
              <a:defRPr sz="1425" b="1">
                <a:solidFill>
                  <a:srgbClr val="C79B5B"/>
                </a:solidFill>
              </a:defRPr>
            </a:lvl5pPr>
            <a:lvl6pPr>
              <a:defRPr sz="1425" b="1">
                <a:solidFill>
                  <a:srgbClr val="C79B5B"/>
                </a:solidFill>
              </a:defRPr>
            </a:lvl6pPr>
            <a:lvl7pPr>
              <a:defRPr sz="1425" b="1">
                <a:solidFill>
                  <a:srgbClr val="C79B5B"/>
                </a:solidFill>
              </a:defRPr>
            </a:lvl7pPr>
            <a:lvl8pPr>
              <a:defRPr sz="1425" b="1">
                <a:solidFill>
                  <a:srgbClr val="C79B5B"/>
                </a:solidFill>
              </a:defRPr>
            </a:lvl8pPr>
            <a:lvl9pPr>
              <a:defRPr sz="142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79B5B"/>
                </a:solidFill>
              </a:defRPr>
            </a:pPr>
            <a:r>
              <a:rPr sz="1425" b="1">
                <a:solidFill>
                  <a:srgbClr val="C79B5B"/>
                </a:solidFill>
              </a:rPr>
              <a:t>1K · 9:16 · 62 积分 / 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4574E-42E4-4B81-BA84-EC70F98D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114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E1553-A58B-485F-BA3C-BAB44EF7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A713D-49FF-4FB5-9FA3-B008D90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角色、服装、场景、道具参考图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008B7-0034-48C7-9060-FDD7269A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95FBF-611D-4B11-B886-8F64F5AE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同一场景的关键帧输入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8E0C7-F5AA-400C-AA4C-4E890F15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E1D58-57C0-4E5B-A985-C00FF562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以 3D 资产和构图锁定为前提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DEDD2-01A3-4A42-B63E-C63517F2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AF01A-75AF-4C74-A641-9E1B6025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关注手部、道具和材质连续性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D9232-2739-46A4-AAFE-2358F36D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4EFE6"/>
                </a:solidFill>
              </a:defRPr>
            </a:defPPr>
            <a:lvl1pPr>
              <a:defRPr sz="1875" b="1">
                <a:solidFill>
                  <a:srgbClr val="F4EFE6"/>
                </a:solidFill>
              </a:defRPr>
            </a:lvl1pPr>
            <a:lvl2pPr>
              <a:defRPr sz="1875" b="1">
                <a:solidFill>
                  <a:srgbClr val="F4EFE6"/>
                </a:solidFill>
              </a:defRPr>
            </a:lvl2pPr>
            <a:lvl3pPr>
              <a:defRPr sz="1875" b="1">
                <a:solidFill>
                  <a:srgbClr val="F4EFE6"/>
                </a:solidFill>
              </a:defRPr>
            </a:lvl3pPr>
            <a:lvl4pPr>
              <a:defRPr sz="1875" b="1">
                <a:solidFill>
                  <a:srgbClr val="F4EFE6"/>
                </a:solidFill>
              </a:defRPr>
            </a:lvl4pPr>
            <a:lvl5pPr>
              <a:defRPr sz="1875" b="1">
                <a:solidFill>
                  <a:srgbClr val="F4EFE6"/>
                </a:solidFill>
              </a:defRPr>
            </a:lvl5pPr>
            <a:lvl6pPr>
              <a:defRPr sz="1875" b="1">
                <a:solidFill>
                  <a:srgbClr val="F4EFE6"/>
                </a:solidFill>
              </a:defRPr>
            </a:lvl6pPr>
            <a:lvl7pPr>
              <a:defRPr sz="1875" b="1">
                <a:solidFill>
                  <a:srgbClr val="F4EFE6"/>
                </a:solidFill>
              </a:defRPr>
            </a:lvl7pPr>
            <a:lvl8pPr>
              <a:defRPr sz="1875" b="1">
                <a:solidFill>
                  <a:srgbClr val="F4EFE6"/>
                </a:solidFill>
              </a:defRPr>
            </a:lvl8pPr>
            <a:lvl9pPr>
              <a:defRPr sz="18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4EFE6"/>
                </a:solidFill>
              </a:defRPr>
            </a:pPr>
            <a:r>
              <a:rPr sz="1875" b="1">
                <a:solidFill>
                  <a:srgbClr val="F4EFE6"/>
                </a:solidFill>
              </a:rPr>
              <a:t>Seedance 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3DD25-F0D1-4141-AEC8-66278C60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2B79D-2E52-44D9-B72C-4AE72834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8602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视频 / 全片正式生产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FF8D6-15D8-4AF4-9F80-6FE74C4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B33A2C"/>
                </a:solidFill>
              </a:defRPr>
            </a:defPPr>
            <a:lvl1pPr>
              <a:defRPr sz="1425" b="1">
                <a:solidFill>
                  <a:srgbClr val="B33A2C"/>
                </a:solidFill>
              </a:defRPr>
            </a:lvl1pPr>
            <a:lvl2pPr>
              <a:defRPr sz="1425" b="1">
                <a:solidFill>
                  <a:srgbClr val="B33A2C"/>
                </a:solidFill>
              </a:defRPr>
            </a:lvl2pPr>
            <a:lvl3pPr>
              <a:defRPr sz="1425" b="1">
                <a:solidFill>
                  <a:srgbClr val="B33A2C"/>
                </a:solidFill>
              </a:defRPr>
            </a:lvl3pPr>
            <a:lvl4pPr>
              <a:defRPr sz="1425" b="1">
                <a:solidFill>
                  <a:srgbClr val="B33A2C"/>
                </a:solidFill>
              </a:defRPr>
            </a:lvl4pPr>
            <a:lvl5pPr>
              <a:defRPr sz="1425" b="1">
                <a:solidFill>
                  <a:srgbClr val="B33A2C"/>
                </a:solidFill>
              </a:defRPr>
            </a:lvl5pPr>
            <a:lvl6pPr>
              <a:defRPr sz="1425" b="1">
                <a:solidFill>
                  <a:srgbClr val="B33A2C"/>
                </a:solidFill>
              </a:defRPr>
            </a:lvl6pPr>
            <a:lvl7pPr>
              <a:defRPr sz="1425" b="1">
                <a:solidFill>
                  <a:srgbClr val="B33A2C"/>
                </a:solidFill>
              </a:defRPr>
            </a:lvl7pPr>
            <a:lvl8pPr>
              <a:defRPr sz="1425" b="1">
                <a:solidFill>
                  <a:srgbClr val="B33A2C"/>
                </a:solidFill>
              </a:defRPr>
            </a:lvl8pPr>
            <a:lvl9pPr>
              <a:defRPr sz="1425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B33A2C"/>
                </a:solidFill>
              </a:defRPr>
            </a:pPr>
            <a:r>
              <a:rPr sz="1425" b="1">
                <a:solidFill>
                  <a:srgbClr val="B33A2C"/>
                </a:solidFill>
              </a:rPr>
              <a:t>480P · 9:16 · 92 积分 / 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7D81F-0ACF-4CEC-BC3E-41F484FA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31C7A-A2D9-4183-A9C6-EE5F3465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AD590-6C39-4DBD-B79C-583323D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文生视频直接生产；修复样片保留 reference 链路作为对照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C721C-B516-4EC2-A65A-433C4E15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210E8-7C3A-49C0-805D-DEA66CA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5–15 秒动作段落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EE66B-7F6C-4857-9FF9-F25AAA42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24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B43DE-22AB-40B4-BF50-65AFB6F8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优先验证车轮、手部、纸张和遮挡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A2FDE4-D8DB-4614-9FAB-38B5C53A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91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101F1D-C439-4A7A-95CC-D1C3251E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B6C7"/>
                </a:solidFill>
              </a:defRPr>
            </a:defPPr>
            <a:lvl1pPr>
              <a:defRPr sz="1125" b="0">
                <a:solidFill>
                  <a:srgbClr val="A8B6C7"/>
                </a:solidFill>
              </a:defRPr>
            </a:lvl1pPr>
            <a:lvl2pPr>
              <a:defRPr sz="1125" b="0">
                <a:solidFill>
                  <a:srgbClr val="A8B6C7"/>
                </a:solidFill>
              </a:defRPr>
            </a:lvl2pPr>
            <a:lvl3pPr>
              <a:defRPr sz="1125" b="0">
                <a:solidFill>
                  <a:srgbClr val="A8B6C7"/>
                </a:solidFill>
              </a:defRPr>
            </a:lvl3pPr>
            <a:lvl4pPr>
              <a:defRPr sz="1125" b="0">
                <a:solidFill>
                  <a:srgbClr val="A8B6C7"/>
                </a:solidFill>
              </a:defRPr>
            </a:lvl4pPr>
            <a:lvl5pPr>
              <a:defRPr sz="1125" b="0">
                <a:solidFill>
                  <a:srgbClr val="A8B6C7"/>
                </a:solidFill>
              </a:defRPr>
            </a:lvl5pPr>
            <a:lvl6pPr>
              <a:defRPr sz="1125" b="0">
                <a:solidFill>
                  <a:srgbClr val="A8B6C7"/>
                </a:solidFill>
              </a:defRPr>
            </a:lvl6pPr>
            <a:lvl7pPr>
              <a:defRPr sz="1125" b="0">
                <a:solidFill>
                  <a:srgbClr val="A8B6C7"/>
                </a:solidFill>
              </a:defRPr>
            </a:lvl7pPr>
            <a:lvl8pPr>
              <a:defRPr sz="1125" b="0">
                <a:solidFill>
                  <a:srgbClr val="A8B6C7"/>
                </a:solidFill>
              </a:defRPr>
            </a:lvl8pPr>
            <a:lvl9pPr>
              <a:defRPr sz="1125" b="0">
                <a:solidFill>
                  <a:srgbClr val="A8B6C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8B6C7"/>
                </a:solidFill>
              </a:defRPr>
            </a:pPr>
            <a:r>
              <a:rPr sz="1125" b="0">
                <a:solidFill>
                  <a:srgbClr val="A8B6C7"/>
                </a:solidFill>
              </a:rPr>
              <a:t>动作输出仍需逐帧复核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F8B44-E45B-4813-B3C3-38F07220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1125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42129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96380C-97F1-4A3A-A319-1B84DA6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BF8F1"/>
                </a:solidFill>
              </a:defRPr>
            </a:defPPr>
            <a:lvl1pPr>
              <a:defRPr sz="1200" b="1">
                <a:solidFill>
                  <a:srgbClr val="FBF8F1"/>
                </a:solidFill>
              </a:defRPr>
            </a:lvl1pPr>
            <a:lvl2pPr>
              <a:defRPr sz="1200" b="1">
                <a:solidFill>
                  <a:srgbClr val="FBF8F1"/>
                </a:solidFill>
              </a:defRPr>
            </a:lvl2pPr>
            <a:lvl3pPr>
              <a:defRPr sz="1200" b="1">
                <a:solidFill>
                  <a:srgbClr val="FBF8F1"/>
                </a:solidFill>
              </a:defRPr>
            </a:lvl3pPr>
            <a:lvl4pPr>
              <a:defRPr sz="1200" b="1">
                <a:solidFill>
                  <a:srgbClr val="FBF8F1"/>
                </a:solidFill>
              </a:defRPr>
            </a:lvl4pPr>
            <a:lvl5pPr>
              <a:defRPr sz="1200" b="1">
                <a:solidFill>
                  <a:srgbClr val="FBF8F1"/>
                </a:solidFill>
              </a:defRPr>
            </a:lvl5pPr>
            <a:lvl6pPr>
              <a:defRPr sz="1200" b="1">
                <a:solidFill>
                  <a:srgbClr val="FBF8F1"/>
                </a:solidFill>
              </a:defRPr>
            </a:lvl6pPr>
            <a:lvl7pPr>
              <a:defRPr sz="1200" b="1">
                <a:solidFill>
                  <a:srgbClr val="FBF8F1"/>
                </a:solidFill>
              </a:defRPr>
            </a:lvl7pPr>
            <a:lvl8pPr>
              <a:defRPr sz="1200" b="1">
                <a:solidFill>
                  <a:srgbClr val="FBF8F1"/>
                </a:solidFill>
              </a:defRPr>
            </a:lvl8pPr>
            <a:lvl9pPr>
              <a:defRPr sz="120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BF8F1"/>
                </a:solidFill>
              </a:defRPr>
            </a:pPr>
            <a:r>
              <a:rPr sz="1200" b="1">
                <a:solidFill>
                  <a:srgbClr val="FBF8F1"/>
                </a:solidFill>
              </a:rPr>
              <a:t>工作流结论：先完成 3D 参考与人工查看，再用“关键帧 → 独立图片输入 → reference 视频节点”批量扩展。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8B468D-7CFA-4F89-B53F-DC8E420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250A7F-47BE-479B-8BAE-633C3066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MODEL-SELECTION · MODEL-BENCHMARK-RESULTS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130E2-EDFF-4C6E-9111-4F6DC103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17697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2B008-5278-4950-9CF9-B918246D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8F2D24"/>
                </a:solidFill>
              </a:defRPr>
            </a:defPPr>
            <a:lvl1pPr>
              <a:defRPr sz="975" b="1">
                <a:solidFill>
                  <a:srgbClr val="8F2D24"/>
                </a:solidFill>
              </a:defRPr>
            </a:lvl1pPr>
            <a:lvl2pPr>
              <a:defRPr sz="975" b="1">
                <a:solidFill>
                  <a:srgbClr val="8F2D24"/>
                </a:solidFill>
              </a:defRPr>
            </a:lvl2pPr>
            <a:lvl3pPr>
              <a:defRPr sz="975" b="1">
                <a:solidFill>
                  <a:srgbClr val="8F2D24"/>
                </a:solidFill>
              </a:defRPr>
            </a:lvl3pPr>
            <a:lvl4pPr>
              <a:defRPr sz="975" b="1">
                <a:solidFill>
                  <a:srgbClr val="8F2D24"/>
                </a:solidFill>
              </a:defRPr>
            </a:lvl4pPr>
            <a:lvl5pPr>
              <a:defRPr sz="975" b="1">
                <a:solidFill>
                  <a:srgbClr val="8F2D24"/>
                </a:solidFill>
              </a:defRPr>
            </a:lvl5pPr>
            <a:lvl6pPr>
              <a:defRPr sz="975" b="1">
                <a:solidFill>
                  <a:srgbClr val="8F2D24"/>
                </a:solidFill>
              </a:defRPr>
            </a:lvl6pPr>
            <a:lvl7pPr>
              <a:defRPr sz="975" b="1">
                <a:solidFill>
                  <a:srgbClr val="8F2D24"/>
                </a:solidFill>
              </a:defRPr>
            </a:lvl7pPr>
            <a:lvl8pPr>
              <a:defRPr sz="975" b="1">
                <a:solidFill>
                  <a:srgbClr val="8F2D24"/>
                </a:solidFill>
              </a:defRPr>
            </a:lvl8pPr>
            <a:lvl9pPr>
              <a:defRPr sz="975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2D24"/>
                </a:solidFill>
              </a:defRPr>
            </a:pPr>
            <a:r>
              <a:rPr sz="975" b="1">
                <a:solidFill>
                  <a:srgbClr val="8F2D24"/>
                </a:solidFill>
              </a:rPr>
              <a:t>06 / AICanvas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121DF-3EDD-4722-8D66-84D5D65F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161B"/>
                </a:solidFill>
              </a:defRPr>
            </a:defPPr>
            <a:lvl1pPr>
              <a:defRPr sz="2400" b="1">
                <a:solidFill>
                  <a:srgbClr val="17161B"/>
                </a:solidFill>
              </a:defRPr>
            </a:lvl1pPr>
            <a:lvl2pPr>
              <a:defRPr sz="2400" b="1">
                <a:solidFill>
                  <a:srgbClr val="17161B"/>
                </a:solidFill>
              </a:defRPr>
            </a:lvl2pPr>
            <a:lvl3pPr>
              <a:defRPr sz="2400" b="1">
                <a:solidFill>
                  <a:srgbClr val="17161B"/>
                </a:solidFill>
              </a:defRPr>
            </a:lvl3pPr>
            <a:lvl4pPr>
              <a:defRPr sz="2400" b="1">
                <a:solidFill>
                  <a:srgbClr val="17161B"/>
                </a:solidFill>
              </a:defRPr>
            </a:lvl4pPr>
            <a:lvl5pPr>
              <a:defRPr sz="2400" b="1">
                <a:solidFill>
                  <a:srgbClr val="17161B"/>
                </a:solidFill>
              </a:defRPr>
            </a:lvl5pPr>
            <a:lvl6pPr>
              <a:defRPr sz="2400" b="1">
                <a:solidFill>
                  <a:srgbClr val="17161B"/>
                </a:solidFill>
              </a:defRPr>
            </a:lvl6pPr>
            <a:lvl7pPr>
              <a:defRPr sz="2400" b="1">
                <a:solidFill>
                  <a:srgbClr val="17161B"/>
                </a:solidFill>
              </a:defRPr>
            </a:lvl7pPr>
            <a:lvl8pPr>
              <a:defRPr sz="2400" b="1">
                <a:solidFill>
                  <a:srgbClr val="17161B"/>
                </a:solidFill>
              </a:defRPr>
            </a:lvl8pPr>
            <a:lvl9pPr>
              <a:defRPr sz="240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161B"/>
                </a:solidFill>
              </a:defRPr>
            </a:pPr>
            <a:r>
              <a:rPr sz="2400" b="1">
                <a:solidFill>
                  <a:srgbClr val="17161B"/>
                </a:solidFill>
              </a:rPr>
              <a:t>节点错误的根因：把“上游图片节点”当成了可直接首帧资源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4A78F-DF53-42BB-B17E-F82F78BD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5D56"/>
                </a:solidFill>
              </a:defRPr>
            </a:defPPr>
            <a:lvl1pPr>
              <a:defRPr sz="1200" b="0">
                <a:solidFill>
                  <a:srgbClr val="655D56"/>
                </a:solidFill>
              </a:defRPr>
            </a:lvl1pPr>
            <a:lvl2pPr>
              <a:defRPr sz="1200" b="0">
                <a:solidFill>
                  <a:srgbClr val="655D56"/>
                </a:solidFill>
              </a:defRPr>
            </a:lvl2pPr>
            <a:lvl3pPr>
              <a:defRPr sz="1200" b="0">
                <a:solidFill>
                  <a:srgbClr val="655D56"/>
                </a:solidFill>
              </a:defRPr>
            </a:lvl3pPr>
            <a:lvl4pPr>
              <a:defRPr sz="1200" b="0">
                <a:solidFill>
                  <a:srgbClr val="655D56"/>
                </a:solidFill>
              </a:defRPr>
            </a:lvl4pPr>
            <a:lvl5pPr>
              <a:defRPr sz="1200" b="0">
                <a:solidFill>
                  <a:srgbClr val="655D56"/>
                </a:solidFill>
              </a:defRPr>
            </a:lvl5pPr>
            <a:lvl6pPr>
              <a:defRPr sz="1200" b="0">
                <a:solidFill>
                  <a:srgbClr val="655D56"/>
                </a:solidFill>
              </a:defRPr>
            </a:lvl6pPr>
            <a:lvl7pPr>
              <a:defRPr sz="1200" b="0">
                <a:solidFill>
                  <a:srgbClr val="655D56"/>
                </a:solidFill>
              </a:defRPr>
            </a:lvl7pPr>
            <a:lvl8pPr>
              <a:defRPr sz="1200" b="0">
                <a:solidFill>
                  <a:srgbClr val="655D56"/>
                </a:solidFill>
              </a:defRPr>
            </a:lvl8pPr>
            <a:lvl9pPr>
              <a:defRPr sz="120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5D56"/>
                </a:solidFill>
              </a:defRPr>
            </a:pPr>
            <a:r>
              <a:rPr sz="1200" b="0">
                <a:solidFill>
                  <a:srgbClr val="655D56"/>
                </a:solidFill>
              </a:rPr>
              <a:t>服务端反复返回 InvalidResourceState.CanvasNodeInput，旧链路无法稳定接住已完成图片。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0AAC4-44F1-4AA1-8571-7324800F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4762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7E7E1"/>
          </a:solidFill>
          <a:ln xmlns:a="http://schemas.openxmlformats.org/drawingml/2006/main" w="9525">
            <a:solidFill>
              <a:srgbClr val="D9B5A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A2ABE-DB38-4F7F-9EE3-F4B3E3E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5638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B7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29852-1032-4909-A74B-6A881EA5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旧链路 · 失败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80491-23E6-4335-A275-07DAE08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52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9A420-0937-4433-99C9-5241DA0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frames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1209D-2140-4194-836F-1F45EB91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47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161B"/>
                </a:solidFill>
              </a:defRPr>
            </a:defPPr>
            <a:lvl1pPr>
              <a:defRPr sz="1125" b="1">
                <a:solidFill>
                  <a:srgbClr val="17161B"/>
                </a:solidFill>
              </a:defRPr>
            </a:lvl1pPr>
            <a:lvl2pPr>
              <a:defRPr sz="1125" b="1">
                <a:solidFill>
                  <a:srgbClr val="17161B"/>
                </a:solidFill>
              </a:defRPr>
            </a:lvl2pPr>
            <a:lvl3pPr>
              <a:defRPr sz="1125" b="1">
                <a:solidFill>
                  <a:srgbClr val="17161B"/>
                </a:solidFill>
              </a:defRPr>
            </a:lvl3pPr>
            <a:lvl4pPr>
              <a:defRPr sz="1125" b="1">
                <a:solidFill>
                  <a:srgbClr val="17161B"/>
                </a:solidFill>
              </a:defRPr>
            </a:lvl4pPr>
            <a:lvl5pPr>
              <a:defRPr sz="1125" b="1">
                <a:solidFill>
                  <a:srgbClr val="17161B"/>
                </a:solidFill>
              </a:defRPr>
            </a:lvl5pPr>
            <a:lvl6pPr>
              <a:defRPr sz="1125" b="1">
                <a:solidFill>
                  <a:srgbClr val="17161B"/>
                </a:solidFill>
              </a:defRPr>
            </a:lvl6pPr>
            <a:lvl7pPr>
              <a:defRPr sz="1125" b="1">
                <a:solidFill>
                  <a:srgbClr val="17161B"/>
                </a:solidFill>
              </a:defRPr>
            </a:lvl7pPr>
            <a:lvl8pPr>
              <a:defRPr sz="1125" b="1">
                <a:solidFill>
                  <a:srgbClr val="17161B"/>
                </a:solidFill>
              </a:defRPr>
            </a:lvl8pPr>
            <a:lvl9pPr>
              <a:defRPr sz="11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161B"/>
                </a:solidFill>
              </a:defRPr>
            </a:pPr>
            <a:r>
              <a:rPr sz="1125" b="1">
                <a:solidFill>
                  <a:srgbClr val="17161B"/>
                </a:solidFill>
              </a:rPr>
              <a:t>first_frame = 上游图片节点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62811-27A4-4286-9FD4-6F1A0797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714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F2D2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5E753-1A94-466D-A5F9-DC56C066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F2D24"/>
                </a:solidFill>
              </a:defRPr>
            </a:defPPr>
            <a:lvl1pPr>
              <a:defRPr sz="1125" b="1">
                <a:solidFill>
                  <a:srgbClr val="8F2D24"/>
                </a:solidFill>
              </a:defRPr>
            </a:lvl1pPr>
            <a:lvl2pPr>
              <a:defRPr sz="1125" b="1">
                <a:solidFill>
                  <a:srgbClr val="8F2D24"/>
                </a:solidFill>
              </a:defRPr>
            </a:lvl2pPr>
            <a:lvl3pPr>
              <a:defRPr sz="1125" b="1">
                <a:solidFill>
                  <a:srgbClr val="8F2D24"/>
                </a:solidFill>
              </a:defRPr>
            </a:lvl3pPr>
            <a:lvl4pPr>
              <a:defRPr sz="1125" b="1">
                <a:solidFill>
                  <a:srgbClr val="8F2D24"/>
                </a:solidFill>
              </a:defRPr>
            </a:lvl4pPr>
            <a:lvl5pPr>
              <a:defRPr sz="1125" b="1">
                <a:solidFill>
                  <a:srgbClr val="8F2D24"/>
                </a:solidFill>
              </a:defRPr>
            </a:lvl5pPr>
            <a:lvl6pPr>
              <a:defRPr sz="1125" b="1">
                <a:solidFill>
                  <a:srgbClr val="8F2D24"/>
                </a:solidFill>
              </a:defRPr>
            </a:lvl6pPr>
            <a:lvl7pPr>
              <a:defRPr sz="1125" b="1">
                <a:solidFill>
                  <a:srgbClr val="8F2D24"/>
                </a:solidFill>
              </a:defRPr>
            </a:lvl7pPr>
            <a:lvl8pPr>
              <a:defRPr sz="1125" b="1">
                <a:solidFill>
                  <a:srgbClr val="8F2D24"/>
                </a:solidFill>
              </a:defRPr>
            </a:lvl8pPr>
            <a:lvl9pPr>
              <a:defRPr sz="1125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F2D24"/>
                </a:solidFill>
              </a:defRPr>
            </a:pPr>
            <a:r>
              <a:rPr sz="1125" b="1">
                <a:solidFill>
                  <a:srgbClr val="8F2D24"/>
                </a:solidFill>
              </a:rPr>
              <a:t>InvalidResourceState.CanvasNodeInput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6E2FA-1FBF-4575-BC83-1FEA2816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F4D47"/>
                </a:solidFill>
              </a:defRPr>
            </a:defPPr>
            <a:lvl1pPr>
              <a:defRPr sz="1125" b="0">
                <a:solidFill>
                  <a:srgbClr val="6F4D47"/>
                </a:solidFill>
              </a:defRPr>
            </a:lvl1pPr>
            <a:lvl2pPr>
              <a:defRPr sz="1125" b="0">
                <a:solidFill>
                  <a:srgbClr val="6F4D47"/>
                </a:solidFill>
              </a:defRPr>
            </a:lvl2pPr>
            <a:lvl3pPr>
              <a:defRPr sz="1125" b="0">
                <a:solidFill>
                  <a:srgbClr val="6F4D47"/>
                </a:solidFill>
              </a:defRPr>
            </a:lvl3pPr>
            <a:lvl4pPr>
              <a:defRPr sz="1125" b="0">
                <a:solidFill>
                  <a:srgbClr val="6F4D47"/>
                </a:solidFill>
              </a:defRPr>
            </a:lvl4pPr>
            <a:lvl5pPr>
              <a:defRPr sz="1125" b="0">
                <a:solidFill>
                  <a:srgbClr val="6F4D47"/>
                </a:solidFill>
              </a:defRPr>
            </a:lvl5pPr>
            <a:lvl6pPr>
              <a:defRPr sz="1125" b="0">
                <a:solidFill>
                  <a:srgbClr val="6F4D47"/>
                </a:solidFill>
              </a:defRPr>
            </a:lvl6pPr>
            <a:lvl7pPr>
              <a:defRPr sz="1125" b="0">
                <a:solidFill>
                  <a:srgbClr val="6F4D47"/>
                </a:solidFill>
              </a:defRPr>
            </a:lvl7pPr>
            <a:lvl8pPr>
              <a:defRPr sz="1125" b="0">
                <a:solidFill>
                  <a:srgbClr val="6F4D47"/>
                </a:solidFill>
              </a:defRPr>
            </a:lvl8pPr>
            <a:lvl9pPr>
              <a:defRPr sz="1125" b="0">
                <a:solidFill>
                  <a:srgbClr val="6F4D4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F4D47"/>
                </a:solidFill>
              </a:defRPr>
            </a:pPr>
            <a:r>
              <a:rPr sz="1125" b="0">
                <a:solidFill>
                  <a:srgbClr val="6F4D47"/>
                </a:solidFill>
              </a:rPr>
              <a:t>关键帧节点完成 ≠ 视频节点拥有可引用的媒体资产。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A040C-BC8E-4B94-B0AE-4C24890F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1849C"/>
                </a:solidFill>
              </a:defRPr>
            </a:defPPr>
            <a:lvl1pPr>
              <a:defRPr sz="1650" b="1">
                <a:solidFill>
                  <a:srgbClr val="71849C"/>
                </a:solidFill>
              </a:defRPr>
            </a:lvl1pPr>
            <a:lvl2pPr>
              <a:defRPr sz="1650" b="1">
                <a:solidFill>
                  <a:srgbClr val="71849C"/>
                </a:solidFill>
              </a:defRPr>
            </a:lvl2pPr>
            <a:lvl3pPr>
              <a:defRPr sz="1650" b="1">
                <a:solidFill>
                  <a:srgbClr val="71849C"/>
                </a:solidFill>
              </a:defRPr>
            </a:lvl3pPr>
            <a:lvl4pPr>
              <a:defRPr sz="1650" b="1">
                <a:solidFill>
                  <a:srgbClr val="71849C"/>
                </a:solidFill>
              </a:defRPr>
            </a:lvl4pPr>
            <a:lvl5pPr>
              <a:defRPr sz="1650" b="1">
                <a:solidFill>
                  <a:srgbClr val="71849C"/>
                </a:solidFill>
              </a:defRPr>
            </a:lvl5pPr>
            <a:lvl6pPr>
              <a:defRPr sz="1650" b="1">
                <a:solidFill>
                  <a:srgbClr val="71849C"/>
                </a:solidFill>
              </a:defRPr>
            </a:lvl6pPr>
            <a:lvl7pPr>
              <a:defRPr sz="1650" b="1">
                <a:solidFill>
                  <a:srgbClr val="71849C"/>
                </a:solidFill>
              </a:defRPr>
            </a:lvl7pPr>
            <a:lvl8pPr>
              <a:defRPr sz="1650" b="1">
                <a:solidFill>
                  <a:srgbClr val="71849C"/>
                </a:solidFill>
              </a:defRPr>
            </a:lvl8pPr>
            <a:lvl9pPr>
              <a:defRPr sz="16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1849C"/>
                </a:solidFill>
              </a:defRPr>
            </a:pPr>
            <a:r>
              <a:rPr sz="1650" b="1">
                <a:solidFill>
                  <a:srgbClr val="71849C"/>
                </a:solidFill>
              </a:rPr>
              <a:t>新链路 · 已验证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2E96B-B671-43A7-8B5B-C664E98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11049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AF42A-8FC6-42C1-9D0B-3C839AD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4EAB8-7735-4C40-8C1F-EF68CF10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161B"/>
                </a:solidFill>
              </a:defRPr>
            </a:defPPr>
            <a:lvl1pPr>
              <a:defRPr sz="1125" b="1">
                <a:solidFill>
                  <a:srgbClr val="17161B"/>
                </a:solidFill>
              </a:defRPr>
            </a:lvl1pPr>
            <a:lvl2pPr>
              <a:defRPr sz="1125" b="1">
                <a:solidFill>
                  <a:srgbClr val="17161B"/>
                </a:solidFill>
              </a:defRPr>
            </a:lvl2pPr>
            <a:lvl3pPr>
              <a:defRPr sz="1125" b="1">
                <a:solidFill>
                  <a:srgbClr val="17161B"/>
                </a:solidFill>
              </a:defRPr>
            </a:lvl3pPr>
            <a:lvl4pPr>
              <a:defRPr sz="1125" b="1">
                <a:solidFill>
                  <a:srgbClr val="17161B"/>
                </a:solidFill>
              </a:defRPr>
            </a:lvl4pPr>
            <a:lvl5pPr>
              <a:defRPr sz="1125" b="1">
                <a:solidFill>
                  <a:srgbClr val="17161B"/>
                </a:solidFill>
              </a:defRPr>
            </a:lvl5pPr>
            <a:lvl6pPr>
              <a:defRPr sz="1125" b="1">
                <a:solidFill>
                  <a:srgbClr val="17161B"/>
                </a:solidFill>
              </a:defRPr>
            </a:lvl6pPr>
            <a:lvl7pPr>
              <a:defRPr sz="1125" b="1">
                <a:solidFill>
                  <a:srgbClr val="17161B"/>
                </a:solidFill>
              </a:defRPr>
            </a:lvl7pPr>
            <a:lvl8pPr>
              <a:defRPr sz="1125" b="1">
                <a:solidFill>
                  <a:srgbClr val="17161B"/>
                </a:solidFill>
              </a:defRPr>
            </a:lvl8pPr>
            <a:lvl9pPr>
              <a:defRPr sz="11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161B"/>
                </a:solidFill>
              </a:defRPr>
            </a:pPr>
            <a:r>
              <a:rPr sz="1125" b="1">
                <a:solidFill>
                  <a:srgbClr val="17161B"/>
                </a:solidFill>
              </a:rPr>
              <a:t>独立 input 图片节点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5A671-01BA-4FCC-A09C-D4AC8A5A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1849C"/>
                </a:solidFill>
              </a:defRPr>
            </a:defPPr>
            <a:lvl1pPr>
              <a:defRPr sz="1125" b="1">
                <a:solidFill>
                  <a:srgbClr val="71849C"/>
                </a:solidFill>
              </a:defRPr>
            </a:lvl1pPr>
            <a:lvl2pPr>
              <a:defRPr sz="1125" b="1">
                <a:solidFill>
                  <a:srgbClr val="71849C"/>
                </a:solidFill>
              </a:defRPr>
            </a:lvl2pPr>
            <a:lvl3pPr>
              <a:defRPr sz="1125" b="1">
                <a:solidFill>
                  <a:srgbClr val="71849C"/>
                </a:solidFill>
              </a:defRPr>
            </a:lvl3pPr>
            <a:lvl4pPr>
              <a:defRPr sz="1125" b="1">
                <a:solidFill>
                  <a:srgbClr val="71849C"/>
                </a:solidFill>
              </a:defRPr>
            </a:lvl4pPr>
            <a:lvl5pPr>
              <a:defRPr sz="1125" b="1">
                <a:solidFill>
                  <a:srgbClr val="71849C"/>
                </a:solidFill>
              </a:defRPr>
            </a:lvl5pPr>
            <a:lvl6pPr>
              <a:defRPr sz="1125" b="1">
                <a:solidFill>
                  <a:srgbClr val="71849C"/>
                </a:solidFill>
              </a:defRPr>
            </a:lvl6pPr>
            <a:lvl7pPr>
              <a:defRPr sz="1125" b="1">
                <a:solidFill>
                  <a:srgbClr val="71849C"/>
                </a:solidFill>
              </a:defRPr>
            </a:lvl7pPr>
            <a:lvl8pPr>
              <a:defRPr sz="1125" b="1">
                <a:solidFill>
                  <a:srgbClr val="71849C"/>
                </a:solidFill>
              </a:defRPr>
            </a:lvl8pPr>
            <a:lvl9pPr>
              <a:defRPr sz="1125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1849C"/>
                </a:solidFill>
              </a:defRPr>
            </a:pPr>
            <a:r>
              <a:rPr sz="1125" b="1">
                <a:solidFill>
                  <a:srgbClr val="71849C"/>
                </a:solidFill>
              </a:rPr>
              <a:t>initial_version.media_asset_ids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B9EB6-6C21-4EDB-AE57-A9D84F64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7161B"/>
                </a:solidFill>
              </a:defRPr>
            </a:defPPr>
            <a:lvl1pPr>
              <a:defRPr sz="1125" b="1">
                <a:solidFill>
                  <a:srgbClr val="17161B"/>
                </a:solidFill>
              </a:defRPr>
            </a:lvl1pPr>
            <a:lvl2pPr>
              <a:defRPr sz="1125" b="1">
                <a:solidFill>
                  <a:srgbClr val="17161B"/>
                </a:solidFill>
              </a:defRPr>
            </a:lvl2pPr>
            <a:lvl3pPr>
              <a:defRPr sz="1125" b="1">
                <a:solidFill>
                  <a:srgbClr val="17161B"/>
                </a:solidFill>
              </a:defRPr>
            </a:lvl3pPr>
            <a:lvl4pPr>
              <a:defRPr sz="1125" b="1">
                <a:solidFill>
                  <a:srgbClr val="17161B"/>
                </a:solidFill>
              </a:defRPr>
            </a:lvl4pPr>
            <a:lvl5pPr>
              <a:defRPr sz="1125" b="1">
                <a:solidFill>
                  <a:srgbClr val="17161B"/>
                </a:solidFill>
              </a:defRPr>
            </a:lvl5pPr>
            <a:lvl6pPr>
              <a:defRPr sz="1125" b="1">
                <a:solidFill>
                  <a:srgbClr val="17161B"/>
                </a:solidFill>
              </a:defRPr>
            </a:lvl6pPr>
            <a:lvl7pPr>
              <a:defRPr sz="1125" b="1">
                <a:solidFill>
                  <a:srgbClr val="17161B"/>
                </a:solidFill>
              </a:defRPr>
            </a:lvl7pPr>
            <a:lvl8pPr>
              <a:defRPr sz="1125" b="1">
                <a:solidFill>
                  <a:srgbClr val="17161B"/>
                </a:solidFill>
              </a:defRPr>
            </a:lvl8pPr>
            <a:lvl9pPr>
              <a:defRPr sz="11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161B"/>
                </a:solidFill>
              </a:defRPr>
            </a:pPr>
            <a:r>
              <a:rPr sz="1125" b="1">
                <a:solidFill>
                  <a:srgbClr val="17161B"/>
                </a:solidFill>
              </a:rPr>
              <a:t>references 端口 → MiniMax-H3 视频节点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4F07E-CC3C-4D1B-9250-FF858AF2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F8D79"/>
                </a:solidFill>
              </a:defRPr>
            </a:defPPr>
            <a:lvl1pPr>
              <a:defRPr sz="1125" b="1">
                <a:solidFill>
                  <a:srgbClr val="6F8D79"/>
                </a:solidFill>
              </a:defRPr>
            </a:lvl1pPr>
            <a:lvl2pPr>
              <a:defRPr sz="1125" b="1">
                <a:solidFill>
                  <a:srgbClr val="6F8D79"/>
                </a:solidFill>
              </a:defRPr>
            </a:lvl2pPr>
            <a:lvl3pPr>
              <a:defRPr sz="1125" b="1">
                <a:solidFill>
                  <a:srgbClr val="6F8D79"/>
                </a:solidFill>
              </a:defRPr>
            </a:lvl3pPr>
            <a:lvl4pPr>
              <a:defRPr sz="1125" b="1">
                <a:solidFill>
                  <a:srgbClr val="6F8D79"/>
                </a:solidFill>
              </a:defRPr>
            </a:lvl4pPr>
            <a:lvl5pPr>
              <a:defRPr sz="1125" b="1">
                <a:solidFill>
                  <a:srgbClr val="6F8D79"/>
                </a:solidFill>
              </a:defRPr>
            </a:lvl5pPr>
            <a:lvl6pPr>
              <a:defRPr sz="1125" b="1">
                <a:solidFill>
                  <a:srgbClr val="6F8D79"/>
                </a:solidFill>
              </a:defRPr>
            </a:lvl6pPr>
            <a:lvl7pPr>
              <a:defRPr sz="1125" b="1">
                <a:solidFill>
                  <a:srgbClr val="6F8D79"/>
                </a:solidFill>
              </a:defRPr>
            </a:lvl7pPr>
            <a:lvl8pPr>
              <a:defRPr sz="1125" b="1">
                <a:solidFill>
                  <a:srgbClr val="6F8D79"/>
                </a:solidFill>
              </a:defRPr>
            </a:lvl8pPr>
            <a:lvl9pPr>
              <a:defRPr sz="1125" b="1">
                <a:solidFill>
                  <a:srgbClr val="6F8D79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F8D79"/>
                </a:solidFill>
              </a:defRPr>
            </a:pPr>
            <a:r>
              <a:rPr sz="1125" b="1">
                <a:solidFill>
                  <a:srgbClr val="6F8D79"/>
                </a:solidFill>
              </a:rPr>
              <a:t>5 秒内部试跑和正式片段均已成功生成。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CFB75-537D-43C8-865A-0A5CA4A0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9B5B"/>
                </a:solidFill>
              </a:defRPr>
            </a:defPPr>
            <a:lvl1pPr>
              <a:defRPr sz="1050" b="1">
                <a:solidFill>
                  <a:srgbClr val="C79B5B"/>
                </a:solidFill>
              </a:defRPr>
            </a:lvl1pPr>
            <a:lvl2pPr>
              <a:defRPr sz="1050" b="1">
                <a:solidFill>
                  <a:srgbClr val="C79B5B"/>
                </a:solidFill>
              </a:defRPr>
            </a:lvl2pPr>
            <a:lvl3pPr>
              <a:defRPr sz="1050" b="1">
                <a:solidFill>
                  <a:srgbClr val="C79B5B"/>
                </a:solidFill>
              </a:defRPr>
            </a:lvl3pPr>
            <a:lvl4pPr>
              <a:defRPr sz="1050" b="1">
                <a:solidFill>
                  <a:srgbClr val="C79B5B"/>
                </a:solidFill>
              </a:defRPr>
            </a:lvl4pPr>
            <a:lvl5pPr>
              <a:defRPr sz="1050" b="1">
                <a:solidFill>
                  <a:srgbClr val="C79B5B"/>
                </a:solidFill>
              </a:defRPr>
            </a:lvl5pPr>
            <a:lvl6pPr>
              <a:defRPr sz="1050" b="1">
                <a:solidFill>
                  <a:srgbClr val="C79B5B"/>
                </a:solidFill>
              </a:defRPr>
            </a:lvl6pPr>
            <a:lvl7pPr>
              <a:defRPr sz="1050" b="1">
                <a:solidFill>
                  <a:srgbClr val="C79B5B"/>
                </a:solidFill>
              </a:defRPr>
            </a:lvl7pPr>
            <a:lvl8pPr>
              <a:defRPr sz="1050" b="1">
                <a:solidFill>
                  <a:srgbClr val="C79B5B"/>
                </a:solidFill>
              </a:defRPr>
            </a:lvl8pPr>
            <a:lvl9pPr>
              <a:defRPr sz="10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79B5B"/>
                </a:solidFill>
              </a:defRPr>
            </a:pPr>
            <a:r>
              <a:rPr sz="1050" b="1">
                <a:solidFill>
                  <a:srgbClr val="C79B5B"/>
                </a:solidFill>
              </a:rPr>
              <a:t>可复制的修复模式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25019-C619-4724-A243-C58A1A9A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9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161B"/>
                </a:solidFill>
              </a:defRPr>
            </a:defPPr>
            <a:lvl1pPr>
              <a:defRPr sz="1050" b="1">
                <a:solidFill>
                  <a:srgbClr val="17161B"/>
                </a:solidFill>
              </a:defRPr>
            </a:lvl1pPr>
            <a:lvl2pPr>
              <a:defRPr sz="1050" b="1">
                <a:solidFill>
                  <a:srgbClr val="17161B"/>
                </a:solidFill>
              </a:defRPr>
            </a:lvl2pPr>
            <a:lvl3pPr>
              <a:defRPr sz="1050" b="1">
                <a:solidFill>
                  <a:srgbClr val="17161B"/>
                </a:solidFill>
              </a:defRPr>
            </a:lvl3pPr>
            <a:lvl4pPr>
              <a:defRPr sz="1050" b="1">
                <a:solidFill>
                  <a:srgbClr val="17161B"/>
                </a:solidFill>
              </a:defRPr>
            </a:lvl4pPr>
            <a:lvl5pPr>
              <a:defRPr sz="1050" b="1">
                <a:solidFill>
                  <a:srgbClr val="17161B"/>
                </a:solidFill>
              </a:defRPr>
            </a:lvl5pPr>
            <a:lvl6pPr>
              <a:defRPr sz="1050" b="1">
                <a:solidFill>
                  <a:srgbClr val="17161B"/>
                </a:solidFill>
              </a:defRPr>
            </a:lvl6pPr>
            <a:lvl7pPr>
              <a:defRPr sz="1050" b="1">
                <a:solidFill>
                  <a:srgbClr val="17161B"/>
                </a:solidFill>
              </a:defRPr>
            </a:lvl7pPr>
            <a:lvl8pPr>
              <a:defRPr sz="1050" b="1">
                <a:solidFill>
                  <a:srgbClr val="17161B"/>
                </a:solidFill>
              </a:defRPr>
            </a:lvl8pPr>
            <a:lvl9pPr>
              <a:defRPr sz="10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7161B"/>
                </a:solidFill>
              </a:defRPr>
            </a:pPr>
            <a:r>
              <a:rPr sz="1050" b="1">
                <a:solidFill>
                  <a:srgbClr val="17161B"/>
                </a:solidFill>
              </a:rPr>
              <a:t>关键帧完成 → 注入 asset → reference 视频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785F3-2D6E-4EB5-A1B0-928AE96B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6AF742-07E5-432A-8262-DAEE37D6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AICANVAS-INTEGRATION-NOTES · formal-generation-v1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A4527-D745-4F35-B93C-6DB1EB6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8493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4D2FA-5A2E-4F91-BDAD-326C81B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79B5B"/>
                </a:solidFill>
              </a:defRPr>
            </a:defPPr>
            <a:lvl1pPr>
              <a:defRPr sz="975" b="1">
                <a:solidFill>
                  <a:srgbClr val="C79B5B"/>
                </a:solidFill>
              </a:defRPr>
            </a:lvl1pPr>
            <a:lvl2pPr>
              <a:defRPr sz="975" b="1">
                <a:solidFill>
                  <a:srgbClr val="C79B5B"/>
                </a:solidFill>
              </a:defRPr>
            </a:lvl2pPr>
            <a:lvl3pPr>
              <a:defRPr sz="975" b="1">
                <a:solidFill>
                  <a:srgbClr val="C79B5B"/>
                </a:solidFill>
              </a:defRPr>
            </a:lvl3pPr>
            <a:lvl4pPr>
              <a:defRPr sz="975" b="1">
                <a:solidFill>
                  <a:srgbClr val="C79B5B"/>
                </a:solidFill>
              </a:defRPr>
            </a:lvl4pPr>
            <a:lvl5pPr>
              <a:defRPr sz="975" b="1">
                <a:solidFill>
                  <a:srgbClr val="C79B5B"/>
                </a:solidFill>
              </a:defRPr>
            </a:lvl5pPr>
            <a:lvl6pPr>
              <a:defRPr sz="975" b="1">
                <a:solidFill>
                  <a:srgbClr val="C79B5B"/>
                </a:solidFill>
              </a:defRPr>
            </a:lvl6pPr>
            <a:lvl7pPr>
              <a:defRPr sz="975" b="1">
                <a:solidFill>
                  <a:srgbClr val="C79B5B"/>
                </a:solidFill>
              </a:defRPr>
            </a:lvl7pPr>
            <a:lvl8pPr>
              <a:defRPr sz="975" b="1">
                <a:solidFill>
                  <a:srgbClr val="C79B5B"/>
                </a:solidFill>
              </a:defRPr>
            </a:lvl8pPr>
            <a:lvl9pPr>
              <a:defRPr sz="9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79B5B"/>
                </a:solidFill>
              </a:defRPr>
            </a:pPr>
            <a:r>
              <a:rPr sz="975" b="1">
                <a:solidFill>
                  <a:srgbClr val="C79B5B"/>
                </a:solidFill>
              </a:rPr>
              <a:t>07 / DEFECT LOOP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78489-EA09-480B-AA5C-B55385EC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8F1"/>
                </a:solidFill>
              </a:defRPr>
            </a:defPPr>
            <a:lvl1pPr>
              <a:defRPr sz="2550" b="1">
                <a:solidFill>
                  <a:srgbClr val="FBF8F1"/>
                </a:solidFill>
              </a:defRPr>
            </a:lvl1pPr>
            <a:lvl2pPr>
              <a:defRPr sz="2550" b="1">
                <a:solidFill>
                  <a:srgbClr val="FBF8F1"/>
                </a:solidFill>
              </a:defRPr>
            </a:lvl2pPr>
            <a:lvl3pPr>
              <a:defRPr sz="2550" b="1">
                <a:solidFill>
                  <a:srgbClr val="FBF8F1"/>
                </a:solidFill>
              </a:defRPr>
            </a:lvl3pPr>
            <a:lvl4pPr>
              <a:defRPr sz="2550" b="1">
                <a:solidFill>
                  <a:srgbClr val="FBF8F1"/>
                </a:solidFill>
              </a:defRPr>
            </a:lvl4pPr>
            <a:lvl5pPr>
              <a:defRPr sz="2550" b="1">
                <a:solidFill>
                  <a:srgbClr val="FBF8F1"/>
                </a:solidFill>
              </a:defRPr>
            </a:lvl5pPr>
            <a:lvl6pPr>
              <a:defRPr sz="2550" b="1">
                <a:solidFill>
                  <a:srgbClr val="FBF8F1"/>
                </a:solidFill>
              </a:defRPr>
            </a:lvl6pPr>
            <a:lvl7pPr>
              <a:defRPr sz="2550" b="1">
                <a:solidFill>
                  <a:srgbClr val="FBF8F1"/>
                </a:solidFill>
              </a:defRPr>
            </a:lvl7pPr>
            <a:lvl8pPr>
              <a:defRPr sz="2550" b="1">
                <a:solidFill>
                  <a:srgbClr val="FBF8F1"/>
                </a:solidFill>
              </a:defRPr>
            </a:lvl8pPr>
            <a:lvl9pPr>
              <a:defRPr sz="25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8F1"/>
                </a:solidFill>
              </a:defRPr>
            </a:pPr>
            <a:r>
              <a:rPr sz="2550" b="1">
                <a:solidFill>
                  <a:srgbClr val="FBF8F1"/>
                </a:solidFill>
              </a:rPr>
              <a:t>人工复核发现：马车在走，窗外士兵却像贴图一样跟着移动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D5680-8467-48DE-838C-5EC561B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B0A7"/>
                </a:solidFill>
              </a:defRPr>
            </a:defPPr>
            <a:lvl1pPr>
              <a:defRPr sz="1200" b="0">
                <a:solidFill>
                  <a:srgbClr val="B9B0A7"/>
                </a:solidFill>
              </a:defRPr>
            </a:lvl1pPr>
            <a:lvl2pPr>
              <a:defRPr sz="1200" b="0">
                <a:solidFill>
                  <a:srgbClr val="B9B0A7"/>
                </a:solidFill>
              </a:defRPr>
            </a:lvl2pPr>
            <a:lvl3pPr>
              <a:defRPr sz="1200" b="0">
                <a:solidFill>
                  <a:srgbClr val="B9B0A7"/>
                </a:solidFill>
              </a:defRPr>
            </a:lvl3pPr>
            <a:lvl4pPr>
              <a:defRPr sz="1200" b="0">
                <a:solidFill>
                  <a:srgbClr val="B9B0A7"/>
                </a:solidFill>
              </a:defRPr>
            </a:lvl4pPr>
            <a:lvl5pPr>
              <a:defRPr sz="1200" b="0">
                <a:solidFill>
                  <a:srgbClr val="B9B0A7"/>
                </a:solidFill>
              </a:defRPr>
            </a:lvl5pPr>
            <a:lvl6pPr>
              <a:defRPr sz="1200" b="0">
                <a:solidFill>
                  <a:srgbClr val="B9B0A7"/>
                </a:solidFill>
              </a:defRPr>
            </a:lvl6pPr>
            <a:lvl7pPr>
              <a:defRPr sz="1200" b="0">
                <a:solidFill>
                  <a:srgbClr val="B9B0A7"/>
                </a:solidFill>
              </a:defRPr>
            </a:lvl7pPr>
            <a:lvl8pPr>
              <a:defRPr sz="1200" b="0">
                <a:solidFill>
                  <a:srgbClr val="B9B0A7"/>
                </a:solidFill>
              </a:defRPr>
            </a:lvl8pPr>
            <a:lvl9pPr>
              <a:defRPr sz="12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B0A7"/>
                </a:solidFill>
              </a:defRPr>
            </a:pPr>
            <a:r>
              <a:rPr sz="1200" b="0">
                <a:solidFill>
                  <a:srgbClr val="B9B0A7"/>
                </a:solidFill>
              </a:rPr>
              <a:t>问题不是“画面不够好看”，而是相对运动关系不成立。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D6EE2-128B-46CF-A7E1-1E140949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2766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31252A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C9705-8968-4163-92B9-53ACF07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32766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42C32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62C5B-CBCA-4AF5-AC9E-517AF535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32766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4332E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B836-60A0-41F0-91E5-BD7228CF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33A2C"/>
                </a:solidFill>
              </a:defRPr>
            </a:defPPr>
            <a:lvl1pPr>
              <a:defRPr sz="1200" b="1">
                <a:solidFill>
                  <a:srgbClr val="B33A2C"/>
                </a:solidFill>
              </a:defRPr>
            </a:lvl1pPr>
            <a:lvl2pPr>
              <a:defRPr sz="1200" b="1">
                <a:solidFill>
                  <a:srgbClr val="B33A2C"/>
                </a:solidFill>
              </a:defRPr>
            </a:lvl2pPr>
            <a:lvl3pPr>
              <a:defRPr sz="1200" b="1">
                <a:solidFill>
                  <a:srgbClr val="B33A2C"/>
                </a:solidFill>
              </a:defRPr>
            </a:lvl3pPr>
            <a:lvl4pPr>
              <a:defRPr sz="1200" b="1">
                <a:solidFill>
                  <a:srgbClr val="B33A2C"/>
                </a:solidFill>
              </a:defRPr>
            </a:lvl4pPr>
            <a:lvl5pPr>
              <a:defRPr sz="1200" b="1">
                <a:solidFill>
                  <a:srgbClr val="B33A2C"/>
                </a:solidFill>
              </a:defRPr>
            </a:lvl5pPr>
            <a:lvl6pPr>
              <a:defRPr sz="1200" b="1">
                <a:solidFill>
                  <a:srgbClr val="B33A2C"/>
                </a:solidFill>
              </a:defRPr>
            </a:lvl6pPr>
            <a:lvl7pPr>
              <a:defRPr sz="1200" b="1">
                <a:solidFill>
                  <a:srgbClr val="B33A2C"/>
                </a:solidFill>
              </a:defRPr>
            </a:lvl7pPr>
            <a:lvl8pPr>
              <a:defRPr sz="1200" b="1">
                <a:solidFill>
                  <a:srgbClr val="B33A2C"/>
                </a:solidFill>
              </a:defRPr>
            </a:lvl8pPr>
            <a:lvl9pPr>
              <a:defRPr sz="1200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33A2C"/>
                </a:solidFill>
              </a:defRPr>
            </a:pPr>
            <a:r>
              <a:rPr sz="1200" b="1">
                <a:solidFill>
                  <a:srgbClr val="B33A2C"/>
                </a:solidFill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49AF5-0CB0-486D-A737-2DF5D1D8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护卫与马车没有保持真实相对位移，导致观众无法判断谁在移动。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51F6F-EBCF-4084-8B99-3AB077CF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7716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65E0-1A96-4056-A90B-2CB51043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严重 · 运动连续性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5D383-F4E4-4AE9-A535-69057E1F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57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79B5B"/>
                </a:solidFill>
              </a:defRPr>
            </a:defPPr>
            <a:lvl1pPr>
              <a:defRPr sz="1200" b="1">
                <a:solidFill>
                  <a:srgbClr val="C79B5B"/>
                </a:solidFill>
              </a:defRPr>
            </a:lvl1pPr>
            <a:lvl2pPr>
              <a:defRPr sz="1200" b="1">
                <a:solidFill>
                  <a:srgbClr val="C79B5B"/>
                </a:solidFill>
              </a:defRPr>
            </a:lvl2pPr>
            <a:lvl3pPr>
              <a:defRPr sz="1200" b="1">
                <a:solidFill>
                  <a:srgbClr val="C79B5B"/>
                </a:solidFill>
              </a:defRPr>
            </a:lvl3pPr>
            <a:lvl4pPr>
              <a:defRPr sz="1200" b="1">
                <a:solidFill>
                  <a:srgbClr val="C79B5B"/>
                </a:solidFill>
              </a:defRPr>
            </a:lvl4pPr>
            <a:lvl5pPr>
              <a:defRPr sz="1200" b="1">
                <a:solidFill>
                  <a:srgbClr val="C79B5B"/>
                </a:solidFill>
              </a:defRPr>
            </a:lvl5pPr>
            <a:lvl6pPr>
              <a:defRPr sz="1200" b="1">
                <a:solidFill>
                  <a:srgbClr val="C79B5B"/>
                </a:solidFill>
              </a:defRPr>
            </a:lvl6pPr>
            <a:lvl7pPr>
              <a:defRPr sz="1200" b="1">
                <a:solidFill>
                  <a:srgbClr val="C79B5B"/>
                </a:solidFill>
              </a:defRPr>
            </a:lvl7pPr>
            <a:lvl8pPr>
              <a:defRPr sz="1200" b="1">
                <a:solidFill>
                  <a:srgbClr val="C79B5B"/>
                </a:solidFill>
              </a:defRPr>
            </a:lvl8pPr>
            <a:lvl9pPr>
              <a:defRPr sz="120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79B5B"/>
                </a:solidFill>
              </a:defRPr>
            </a:pPr>
            <a:r>
              <a:rPr sz="1200" b="1">
                <a:solidFill>
                  <a:srgbClr val="C79B5B"/>
                </a:solidFill>
              </a:rPr>
              <a:t>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FDA4C-EAF6-460F-BC57-228B233D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把护卫绑定到同步前进的护送车，重新锁定马匹、车轮、车辙和镜头方向。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BC5CB-B6F3-4C63-B391-44B3132A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052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59F1-019F-45EE-AB64-DAC1366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14775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161B"/>
                </a:solidFill>
              </a:defRPr>
            </a:defPPr>
            <a:lvl1pPr>
              <a:defRPr sz="1050" b="1">
                <a:solidFill>
                  <a:srgbClr val="17161B"/>
                </a:solidFill>
              </a:defRPr>
            </a:lvl1pPr>
            <a:lvl2pPr>
              <a:defRPr sz="1050" b="1">
                <a:solidFill>
                  <a:srgbClr val="17161B"/>
                </a:solidFill>
              </a:defRPr>
            </a:lvl2pPr>
            <a:lvl3pPr>
              <a:defRPr sz="1050" b="1">
                <a:solidFill>
                  <a:srgbClr val="17161B"/>
                </a:solidFill>
              </a:defRPr>
            </a:lvl3pPr>
            <a:lvl4pPr>
              <a:defRPr sz="1050" b="1">
                <a:solidFill>
                  <a:srgbClr val="17161B"/>
                </a:solidFill>
              </a:defRPr>
            </a:lvl4pPr>
            <a:lvl5pPr>
              <a:defRPr sz="1050" b="1">
                <a:solidFill>
                  <a:srgbClr val="17161B"/>
                </a:solidFill>
              </a:defRPr>
            </a:lvl5pPr>
            <a:lvl6pPr>
              <a:defRPr sz="1050" b="1">
                <a:solidFill>
                  <a:srgbClr val="17161B"/>
                </a:solidFill>
              </a:defRPr>
            </a:lvl6pPr>
            <a:lvl7pPr>
              <a:defRPr sz="1050" b="1">
                <a:solidFill>
                  <a:srgbClr val="17161B"/>
                </a:solidFill>
              </a:defRPr>
            </a:lvl7pPr>
            <a:lvl8pPr>
              <a:defRPr sz="1050" b="1">
                <a:solidFill>
                  <a:srgbClr val="17161B"/>
                </a:solidFill>
              </a:defRPr>
            </a:lvl8pPr>
            <a:lvl9pPr>
              <a:defRPr sz="10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7161B"/>
                </a:solidFill>
              </a:defRPr>
            </a:pPr>
            <a:r>
              <a:rPr sz="1050" b="1">
                <a:solidFill>
                  <a:srgbClr val="17161B"/>
                </a:solidFill>
              </a:rPr>
              <a:t>重做关键帧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E62C5-F8E3-413C-A272-2E8045C6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57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F8D79"/>
                </a:solidFill>
              </a:defRPr>
            </a:defPPr>
            <a:lvl1pPr>
              <a:defRPr sz="1200" b="1">
                <a:solidFill>
                  <a:srgbClr val="6F8D79"/>
                </a:solidFill>
              </a:defRPr>
            </a:lvl1pPr>
            <a:lvl2pPr>
              <a:defRPr sz="1200" b="1">
                <a:solidFill>
                  <a:srgbClr val="6F8D79"/>
                </a:solidFill>
              </a:defRPr>
            </a:lvl2pPr>
            <a:lvl3pPr>
              <a:defRPr sz="1200" b="1">
                <a:solidFill>
                  <a:srgbClr val="6F8D79"/>
                </a:solidFill>
              </a:defRPr>
            </a:lvl3pPr>
            <a:lvl4pPr>
              <a:defRPr sz="1200" b="1">
                <a:solidFill>
                  <a:srgbClr val="6F8D79"/>
                </a:solidFill>
              </a:defRPr>
            </a:lvl4pPr>
            <a:lvl5pPr>
              <a:defRPr sz="1200" b="1">
                <a:solidFill>
                  <a:srgbClr val="6F8D79"/>
                </a:solidFill>
              </a:defRPr>
            </a:lvl5pPr>
            <a:lvl6pPr>
              <a:defRPr sz="1200" b="1">
                <a:solidFill>
                  <a:srgbClr val="6F8D79"/>
                </a:solidFill>
              </a:defRPr>
            </a:lvl6pPr>
            <a:lvl7pPr>
              <a:defRPr sz="1200" b="1">
                <a:solidFill>
                  <a:srgbClr val="6F8D79"/>
                </a:solidFill>
              </a:defRPr>
            </a:lvl7pPr>
            <a:lvl8pPr>
              <a:defRPr sz="1200" b="1">
                <a:solidFill>
                  <a:srgbClr val="6F8D79"/>
                </a:solidFill>
              </a:defRPr>
            </a:lvl8pPr>
            <a:lvl9pPr>
              <a:defRPr sz="1200" b="1">
                <a:solidFill>
                  <a:srgbClr val="6F8D7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F8D79"/>
                </a:solidFill>
              </a:defRPr>
            </a:pPr>
            <a:r>
              <a:rPr sz="1200" b="1">
                <a:solidFill>
                  <a:srgbClr val="6F8D79"/>
                </a:solidFill>
              </a:rPr>
              <a:t>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D5C94-B232-4CF0-808F-166290AE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EP01-S07 repair-v2 已重新生成，并进入修复版正式预演。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9F862-BC08-44D2-8924-A2E4DAE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16954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D1820-1716-43A0-B134-AC60203A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14775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4EFE6"/>
                </a:solidFill>
              </a:defRPr>
            </a:defPPr>
            <a:lvl1pPr>
              <a:defRPr sz="1050" b="1">
                <a:solidFill>
                  <a:srgbClr val="F4EFE6"/>
                </a:solidFill>
              </a:defRPr>
            </a:lvl1pPr>
            <a:lvl2pPr>
              <a:defRPr sz="1050" b="1">
                <a:solidFill>
                  <a:srgbClr val="F4EFE6"/>
                </a:solidFill>
              </a:defRPr>
            </a:lvl2pPr>
            <a:lvl3pPr>
              <a:defRPr sz="1050" b="1">
                <a:solidFill>
                  <a:srgbClr val="F4EFE6"/>
                </a:solidFill>
              </a:defRPr>
            </a:lvl3pPr>
            <a:lvl4pPr>
              <a:defRPr sz="1050" b="1">
                <a:solidFill>
                  <a:srgbClr val="F4EFE6"/>
                </a:solidFill>
              </a:defRPr>
            </a:lvl4pPr>
            <a:lvl5pPr>
              <a:defRPr sz="1050" b="1">
                <a:solidFill>
                  <a:srgbClr val="F4EFE6"/>
                </a:solidFill>
              </a:defRPr>
            </a:lvl5pPr>
            <a:lvl6pPr>
              <a:defRPr sz="1050" b="1">
                <a:solidFill>
                  <a:srgbClr val="F4EFE6"/>
                </a:solidFill>
              </a:defRPr>
            </a:lvl6pPr>
            <a:lvl7pPr>
              <a:defRPr sz="1050" b="1">
                <a:solidFill>
                  <a:srgbClr val="F4EFE6"/>
                </a:solidFill>
              </a:defRPr>
            </a:lvl7pPr>
            <a:lvl8pPr>
              <a:defRPr sz="1050" b="1">
                <a:solidFill>
                  <a:srgbClr val="F4EFE6"/>
                </a:solidFill>
              </a:defRPr>
            </a:lvl8pPr>
            <a:lvl9pPr>
              <a:defRPr sz="105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4EFE6"/>
                </a:solidFill>
              </a:defRPr>
            </a:pPr>
            <a:r>
              <a:rPr sz="1050" b="1">
                <a:solidFill>
                  <a:srgbClr val="F4EFE6"/>
                </a:solidFill>
              </a:rPr>
              <a:t>可进入批量规则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52C7C-FD6E-4766-A05A-E46679D2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42129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A597E-14A2-465C-BBAC-3FCFFB91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BF8F1"/>
                </a:solidFill>
              </a:defRPr>
            </a:defPPr>
            <a:lvl1pPr>
              <a:defRPr sz="1200" b="1">
                <a:solidFill>
                  <a:srgbClr val="FBF8F1"/>
                </a:solidFill>
              </a:defRPr>
            </a:lvl1pPr>
            <a:lvl2pPr>
              <a:defRPr sz="1200" b="1">
                <a:solidFill>
                  <a:srgbClr val="FBF8F1"/>
                </a:solidFill>
              </a:defRPr>
            </a:lvl2pPr>
            <a:lvl3pPr>
              <a:defRPr sz="1200" b="1">
                <a:solidFill>
                  <a:srgbClr val="FBF8F1"/>
                </a:solidFill>
              </a:defRPr>
            </a:lvl3pPr>
            <a:lvl4pPr>
              <a:defRPr sz="1200" b="1">
                <a:solidFill>
                  <a:srgbClr val="FBF8F1"/>
                </a:solidFill>
              </a:defRPr>
            </a:lvl4pPr>
            <a:lvl5pPr>
              <a:defRPr sz="1200" b="1">
                <a:solidFill>
                  <a:srgbClr val="FBF8F1"/>
                </a:solidFill>
              </a:defRPr>
            </a:lvl5pPr>
            <a:lvl6pPr>
              <a:defRPr sz="1200" b="1">
                <a:solidFill>
                  <a:srgbClr val="FBF8F1"/>
                </a:solidFill>
              </a:defRPr>
            </a:lvl6pPr>
            <a:lvl7pPr>
              <a:defRPr sz="1200" b="1">
                <a:solidFill>
                  <a:srgbClr val="FBF8F1"/>
                </a:solidFill>
              </a:defRPr>
            </a:lvl7pPr>
            <a:lvl8pPr>
              <a:defRPr sz="1200" b="1">
                <a:solidFill>
                  <a:srgbClr val="FBF8F1"/>
                </a:solidFill>
              </a:defRPr>
            </a:lvl8pPr>
            <a:lvl9pPr>
              <a:defRPr sz="120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BF8F1"/>
                </a:solidFill>
              </a:defRPr>
            </a:pPr>
            <a:r>
              <a:rPr sz="1200" b="1">
                <a:solidFill>
                  <a:srgbClr val="FBF8F1"/>
                </a:solidFill>
              </a:rPr>
              <a:t>经验沉淀：动作镜头必须检查相对运动，而不是只看单个主体是否“像”。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D1B45-B201-4758-958A-22D9AF4D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B72FA-B8CC-4AD1-9C5E-B0818A30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内部评审版 · 2026-10-26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5F1E9-0053-4ACB-BE67-8A82862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5905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0302C-8CDC-423E-82D5-08C4971B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8F2D24"/>
                </a:solidFill>
              </a:defRPr>
            </a:defPPr>
            <a:lvl1pPr>
              <a:defRPr sz="975" b="1">
                <a:solidFill>
                  <a:srgbClr val="8F2D24"/>
                </a:solidFill>
              </a:defRPr>
            </a:lvl1pPr>
            <a:lvl2pPr>
              <a:defRPr sz="975" b="1">
                <a:solidFill>
                  <a:srgbClr val="8F2D24"/>
                </a:solidFill>
              </a:defRPr>
            </a:lvl2pPr>
            <a:lvl3pPr>
              <a:defRPr sz="975" b="1">
                <a:solidFill>
                  <a:srgbClr val="8F2D24"/>
                </a:solidFill>
              </a:defRPr>
            </a:lvl3pPr>
            <a:lvl4pPr>
              <a:defRPr sz="975" b="1">
                <a:solidFill>
                  <a:srgbClr val="8F2D24"/>
                </a:solidFill>
              </a:defRPr>
            </a:lvl4pPr>
            <a:lvl5pPr>
              <a:defRPr sz="975" b="1">
                <a:solidFill>
                  <a:srgbClr val="8F2D24"/>
                </a:solidFill>
              </a:defRPr>
            </a:lvl5pPr>
            <a:lvl6pPr>
              <a:defRPr sz="975" b="1">
                <a:solidFill>
                  <a:srgbClr val="8F2D24"/>
                </a:solidFill>
              </a:defRPr>
            </a:lvl6pPr>
            <a:lvl7pPr>
              <a:defRPr sz="975" b="1">
                <a:solidFill>
                  <a:srgbClr val="8F2D24"/>
                </a:solidFill>
              </a:defRPr>
            </a:lvl7pPr>
            <a:lvl8pPr>
              <a:defRPr sz="975" b="1">
                <a:solidFill>
                  <a:srgbClr val="8F2D24"/>
                </a:solidFill>
              </a:defRPr>
            </a:lvl8pPr>
            <a:lvl9pPr>
              <a:defRPr sz="975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2D24"/>
                </a:solidFill>
              </a:defRPr>
            </a:pPr>
            <a:r>
              <a:rPr sz="975" b="1">
                <a:solidFill>
                  <a:srgbClr val="8F2D24"/>
                </a:solidFill>
              </a:rPr>
              <a:t>08 / defect loop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BE5A9-BEAB-4F9D-97A3-57FE9D28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161B"/>
                </a:solidFill>
              </a:defRPr>
            </a:defPPr>
            <a:lvl1pPr>
              <a:defRPr sz="2325" b="1">
                <a:solidFill>
                  <a:srgbClr val="17161B"/>
                </a:solidFill>
              </a:defRPr>
            </a:lvl1pPr>
            <a:lvl2pPr>
              <a:defRPr sz="2325" b="1">
                <a:solidFill>
                  <a:srgbClr val="17161B"/>
                </a:solidFill>
              </a:defRPr>
            </a:lvl2pPr>
            <a:lvl3pPr>
              <a:defRPr sz="2325" b="1">
                <a:solidFill>
                  <a:srgbClr val="17161B"/>
                </a:solidFill>
              </a:defRPr>
            </a:lvl3pPr>
            <a:lvl4pPr>
              <a:defRPr sz="2325" b="1">
                <a:solidFill>
                  <a:srgbClr val="17161B"/>
                </a:solidFill>
              </a:defRPr>
            </a:lvl4pPr>
            <a:lvl5pPr>
              <a:defRPr sz="2325" b="1">
                <a:solidFill>
                  <a:srgbClr val="17161B"/>
                </a:solidFill>
              </a:defRPr>
            </a:lvl5pPr>
            <a:lvl6pPr>
              <a:defRPr sz="2325" b="1">
                <a:solidFill>
                  <a:srgbClr val="17161B"/>
                </a:solidFill>
              </a:defRPr>
            </a:lvl6pPr>
            <a:lvl7pPr>
              <a:defRPr sz="2325" b="1">
                <a:solidFill>
                  <a:srgbClr val="17161B"/>
                </a:solidFill>
              </a:defRPr>
            </a:lvl7pPr>
            <a:lvl8pPr>
              <a:defRPr sz="2325" b="1">
                <a:solidFill>
                  <a:srgbClr val="17161B"/>
                </a:solidFill>
              </a:defRPr>
            </a:lvl8pPr>
            <a:lvl9pPr>
              <a:defRPr sz="232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161B"/>
                </a:solidFill>
              </a:defRPr>
            </a:pPr>
            <a:r>
              <a:rPr sz="2325" b="1">
                <a:solidFill>
                  <a:srgbClr val="17161B"/>
                </a:solidFill>
              </a:rPr>
              <a:t>人工复核发现：纸张放入盒中的承托关系错误，盒盖凭空出现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DE0BE-F44A-453D-A771-222C7B36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55D56"/>
                </a:solidFill>
              </a:defRPr>
            </a:defPPr>
            <a:lvl1pPr>
              <a:defRPr sz="1200" b="0">
                <a:solidFill>
                  <a:srgbClr val="655D56"/>
                </a:solidFill>
              </a:defRPr>
            </a:lvl1pPr>
            <a:lvl2pPr>
              <a:defRPr sz="1200" b="0">
                <a:solidFill>
                  <a:srgbClr val="655D56"/>
                </a:solidFill>
              </a:defRPr>
            </a:lvl2pPr>
            <a:lvl3pPr>
              <a:defRPr sz="1200" b="0">
                <a:solidFill>
                  <a:srgbClr val="655D56"/>
                </a:solidFill>
              </a:defRPr>
            </a:lvl3pPr>
            <a:lvl4pPr>
              <a:defRPr sz="1200" b="0">
                <a:solidFill>
                  <a:srgbClr val="655D56"/>
                </a:solidFill>
              </a:defRPr>
            </a:lvl4pPr>
            <a:lvl5pPr>
              <a:defRPr sz="1200" b="0">
                <a:solidFill>
                  <a:srgbClr val="655D56"/>
                </a:solidFill>
              </a:defRPr>
            </a:lvl5pPr>
            <a:lvl6pPr>
              <a:defRPr sz="1200" b="0">
                <a:solidFill>
                  <a:srgbClr val="655D56"/>
                </a:solidFill>
              </a:defRPr>
            </a:lvl6pPr>
            <a:lvl7pPr>
              <a:defRPr sz="1200" b="0">
                <a:solidFill>
                  <a:srgbClr val="655D56"/>
                </a:solidFill>
              </a:defRPr>
            </a:lvl7pPr>
            <a:lvl8pPr>
              <a:defRPr sz="1200" b="0">
                <a:solidFill>
                  <a:srgbClr val="655D56"/>
                </a:solidFill>
              </a:defRPr>
            </a:lvl8pPr>
            <a:lvl9pPr>
              <a:defRPr sz="1200" b="0">
                <a:solidFill>
                  <a:srgbClr val="655D5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5D56"/>
                </a:solidFill>
              </a:defRPr>
            </a:pPr>
            <a:r>
              <a:rPr sz="1200" b="0">
                <a:solidFill>
                  <a:srgbClr val="655D56"/>
                </a:solidFill>
              </a:rPr>
              <a:t>这是道具几何状态错误，必须拆镜头、重设接触关系，不能靠后期掩盖。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C620E-35DD-47F3-A75B-77EF946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2766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8FC31-599C-439F-B4F9-C18E60A7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FC687-4CC7-4D8B-ABE4-487AA8EE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33A2C"/>
                </a:solidFill>
              </a:defRPr>
            </a:defPPr>
            <a:lvl1pPr>
              <a:defRPr sz="1650" b="1">
                <a:solidFill>
                  <a:srgbClr val="B33A2C"/>
                </a:solidFill>
              </a:defRPr>
            </a:lvl1pPr>
            <a:lvl2pPr>
              <a:defRPr sz="1650" b="1">
                <a:solidFill>
                  <a:srgbClr val="B33A2C"/>
                </a:solidFill>
              </a:defRPr>
            </a:lvl2pPr>
            <a:lvl3pPr>
              <a:defRPr sz="1650" b="1">
                <a:solidFill>
                  <a:srgbClr val="B33A2C"/>
                </a:solidFill>
              </a:defRPr>
            </a:lvl3pPr>
            <a:lvl4pPr>
              <a:defRPr sz="1650" b="1">
                <a:solidFill>
                  <a:srgbClr val="B33A2C"/>
                </a:solidFill>
              </a:defRPr>
            </a:lvl4pPr>
            <a:lvl5pPr>
              <a:defRPr sz="1650" b="1">
                <a:solidFill>
                  <a:srgbClr val="B33A2C"/>
                </a:solidFill>
              </a:defRPr>
            </a:lvl5pPr>
            <a:lvl6pPr>
              <a:defRPr sz="1650" b="1">
                <a:solidFill>
                  <a:srgbClr val="B33A2C"/>
                </a:solidFill>
              </a:defRPr>
            </a:lvl6pPr>
            <a:lvl7pPr>
              <a:defRPr sz="1650" b="1">
                <a:solidFill>
                  <a:srgbClr val="B33A2C"/>
                </a:solidFill>
              </a:defRPr>
            </a:lvl7pPr>
            <a:lvl8pPr>
              <a:defRPr sz="1650" b="1">
                <a:solidFill>
                  <a:srgbClr val="B33A2C"/>
                </a:solidFill>
              </a:defRPr>
            </a:lvl8pPr>
            <a:lvl9pPr>
              <a:defRPr sz="1650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33A2C"/>
                </a:solidFill>
              </a:defRPr>
            </a:pPr>
            <a:r>
              <a:rPr sz="1650" b="1">
                <a:solidFill>
                  <a:srgbClr val="B33A2C"/>
                </a:solidFill>
              </a:rPr>
              <a:t>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7DE05-325E-4D02-8488-7D0E17D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161B"/>
                </a:solidFill>
              </a:defRPr>
            </a:defPPr>
            <a:lvl1pPr>
              <a:defRPr sz="1350" b="1">
                <a:solidFill>
                  <a:srgbClr val="17161B"/>
                </a:solidFill>
              </a:defRPr>
            </a:lvl1pPr>
            <a:lvl2pPr>
              <a:defRPr sz="1350" b="1">
                <a:solidFill>
                  <a:srgbClr val="17161B"/>
                </a:solidFill>
              </a:defRPr>
            </a:lvl2pPr>
            <a:lvl3pPr>
              <a:defRPr sz="1350" b="1">
                <a:solidFill>
                  <a:srgbClr val="17161B"/>
                </a:solidFill>
              </a:defRPr>
            </a:lvl3pPr>
            <a:lvl4pPr>
              <a:defRPr sz="1350" b="1">
                <a:solidFill>
                  <a:srgbClr val="17161B"/>
                </a:solidFill>
              </a:defRPr>
            </a:lvl4pPr>
            <a:lvl5pPr>
              <a:defRPr sz="1350" b="1">
                <a:solidFill>
                  <a:srgbClr val="17161B"/>
                </a:solidFill>
              </a:defRPr>
            </a:lvl5pPr>
            <a:lvl6pPr>
              <a:defRPr sz="1350" b="1">
                <a:solidFill>
                  <a:srgbClr val="17161B"/>
                </a:solidFill>
              </a:defRPr>
            </a:lvl6pPr>
            <a:lvl7pPr>
              <a:defRPr sz="1350" b="1">
                <a:solidFill>
                  <a:srgbClr val="17161B"/>
                </a:solidFill>
              </a:defRPr>
            </a:lvl7pPr>
            <a:lvl8pPr>
              <a:defRPr sz="1350" b="1">
                <a:solidFill>
                  <a:srgbClr val="17161B"/>
                </a:solidFill>
              </a:defRPr>
            </a:lvl8pPr>
            <a:lvl9pPr>
              <a:defRPr sz="13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61B"/>
                </a:solidFill>
              </a:defRPr>
            </a:pPr>
            <a:r>
              <a:rPr sz="1350" b="1">
                <a:solidFill>
                  <a:srgbClr val="17161B"/>
                </a:solidFill>
              </a:rPr>
              <a:t>纸张与盒体接触不清；盒盖在无铰链动作的情况下生成。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CC41F-5678-4525-9270-6D804692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2381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0285B-967A-4FB1-9056-1E6EEB07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EFE6"/>
                </a:solidFill>
              </a:defRPr>
            </a:defPPr>
            <a:lvl1pPr>
              <a:defRPr sz="975" b="1">
                <a:solidFill>
                  <a:srgbClr val="F4EFE6"/>
                </a:solidFill>
              </a:defRPr>
            </a:lvl1pPr>
            <a:lvl2pPr>
              <a:defRPr sz="975" b="1">
                <a:solidFill>
                  <a:srgbClr val="F4EFE6"/>
                </a:solidFill>
              </a:defRPr>
            </a:lvl2pPr>
            <a:lvl3pPr>
              <a:defRPr sz="975" b="1">
                <a:solidFill>
                  <a:srgbClr val="F4EFE6"/>
                </a:solidFill>
              </a:defRPr>
            </a:lvl3pPr>
            <a:lvl4pPr>
              <a:defRPr sz="975" b="1">
                <a:solidFill>
                  <a:srgbClr val="F4EFE6"/>
                </a:solidFill>
              </a:defRPr>
            </a:lvl4pPr>
            <a:lvl5pPr>
              <a:defRPr sz="975" b="1">
                <a:solidFill>
                  <a:srgbClr val="F4EFE6"/>
                </a:solidFill>
              </a:defRPr>
            </a:lvl5pPr>
            <a:lvl6pPr>
              <a:defRPr sz="975" b="1">
                <a:solidFill>
                  <a:srgbClr val="F4EFE6"/>
                </a:solidFill>
              </a:defRPr>
            </a:lvl6pPr>
            <a:lvl7pPr>
              <a:defRPr sz="975" b="1">
                <a:solidFill>
                  <a:srgbClr val="F4EFE6"/>
                </a:solidFill>
              </a:defRPr>
            </a:lvl7pPr>
            <a:lvl8pPr>
              <a:defRPr sz="975" b="1">
                <a:solidFill>
                  <a:srgbClr val="F4EFE6"/>
                </a:solidFill>
              </a:defRPr>
            </a:lvl8pPr>
            <a:lvl9pPr>
              <a:defRPr sz="9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EFE6"/>
                </a:solidFill>
              </a:defRPr>
            </a:pPr>
            <a:r>
              <a:rPr sz="975" b="1">
                <a:solidFill>
                  <a:srgbClr val="F4EFE6"/>
                </a:solidFill>
              </a:rPr>
              <a:t>盒盖 / 纸张 / 支撑关系失真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27036-9253-42D9-91AA-0536936D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2766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DD154-05F9-4793-8AB9-B856E6DF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C3185-C7CD-4F44-A9EA-BE67CB76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79B5B"/>
                </a:solidFill>
              </a:defRPr>
            </a:defPPr>
            <a:lvl1pPr>
              <a:defRPr sz="1650" b="1">
                <a:solidFill>
                  <a:srgbClr val="C79B5B"/>
                </a:solidFill>
              </a:defRPr>
            </a:lvl1pPr>
            <a:lvl2pPr>
              <a:defRPr sz="1650" b="1">
                <a:solidFill>
                  <a:srgbClr val="C79B5B"/>
                </a:solidFill>
              </a:defRPr>
            </a:lvl2pPr>
            <a:lvl3pPr>
              <a:defRPr sz="1650" b="1">
                <a:solidFill>
                  <a:srgbClr val="C79B5B"/>
                </a:solidFill>
              </a:defRPr>
            </a:lvl3pPr>
            <a:lvl4pPr>
              <a:defRPr sz="1650" b="1">
                <a:solidFill>
                  <a:srgbClr val="C79B5B"/>
                </a:solidFill>
              </a:defRPr>
            </a:lvl4pPr>
            <a:lvl5pPr>
              <a:defRPr sz="1650" b="1">
                <a:solidFill>
                  <a:srgbClr val="C79B5B"/>
                </a:solidFill>
              </a:defRPr>
            </a:lvl5pPr>
            <a:lvl6pPr>
              <a:defRPr sz="1650" b="1">
                <a:solidFill>
                  <a:srgbClr val="C79B5B"/>
                </a:solidFill>
              </a:defRPr>
            </a:lvl6pPr>
            <a:lvl7pPr>
              <a:defRPr sz="1650" b="1">
                <a:solidFill>
                  <a:srgbClr val="C79B5B"/>
                </a:solidFill>
              </a:defRPr>
            </a:lvl7pPr>
            <a:lvl8pPr>
              <a:defRPr sz="1650" b="1">
                <a:solidFill>
                  <a:srgbClr val="C79B5B"/>
                </a:solidFill>
              </a:defRPr>
            </a:lvl8pPr>
            <a:lvl9pPr>
              <a:defRPr sz="16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79B5B"/>
                </a:solidFill>
              </a:defRPr>
            </a:pPr>
            <a:r>
              <a:rPr sz="1650" b="1">
                <a:solidFill>
                  <a:srgbClr val="C79B5B"/>
                </a:solidFill>
              </a:rPr>
              <a:t>修复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B5D4E-D334-4E83-A6E4-ABDD26E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161B"/>
                </a:solidFill>
              </a:defRPr>
            </a:defPPr>
            <a:lvl1pPr>
              <a:defRPr sz="1350" b="1">
                <a:solidFill>
                  <a:srgbClr val="17161B"/>
                </a:solidFill>
              </a:defRPr>
            </a:lvl1pPr>
            <a:lvl2pPr>
              <a:defRPr sz="1350" b="1">
                <a:solidFill>
                  <a:srgbClr val="17161B"/>
                </a:solidFill>
              </a:defRPr>
            </a:lvl2pPr>
            <a:lvl3pPr>
              <a:defRPr sz="1350" b="1">
                <a:solidFill>
                  <a:srgbClr val="17161B"/>
                </a:solidFill>
              </a:defRPr>
            </a:lvl3pPr>
            <a:lvl4pPr>
              <a:defRPr sz="1350" b="1">
                <a:solidFill>
                  <a:srgbClr val="17161B"/>
                </a:solidFill>
              </a:defRPr>
            </a:lvl4pPr>
            <a:lvl5pPr>
              <a:defRPr sz="1350" b="1">
                <a:solidFill>
                  <a:srgbClr val="17161B"/>
                </a:solidFill>
              </a:defRPr>
            </a:lvl5pPr>
            <a:lvl6pPr>
              <a:defRPr sz="1350" b="1">
                <a:solidFill>
                  <a:srgbClr val="17161B"/>
                </a:solidFill>
              </a:defRPr>
            </a:lvl6pPr>
            <a:lvl7pPr>
              <a:defRPr sz="1350" b="1">
                <a:solidFill>
                  <a:srgbClr val="17161B"/>
                </a:solidFill>
              </a:defRPr>
            </a:lvl7pPr>
            <a:lvl8pPr>
              <a:defRPr sz="1350" b="1">
                <a:solidFill>
                  <a:srgbClr val="17161B"/>
                </a:solidFill>
              </a:defRPr>
            </a:lvl8pPr>
            <a:lvl9pPr>
              <a:defRPr sz="13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61B"/>
                </a:solidFill>
              </a:defRPr>
            </a:pPr>
            <a:r>
              <a:rPr sz="1350" b="1">
                <a:solidFill>
                  <a:srgbClr val="17161B"/>
                </a:solidFill>
              </a:rPr>
              <a:t>拆成 S05-A / S05-B；使用固定开放木板承托，显式禁止盒子、盒盖和活页新增。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699F7-3B0A-4B39-9AE7-C077545D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38600"/>
            <a:ext cx="2381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C4069-498D-44F8-A462-B55E68F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48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7161B"/>
                </a:solidFill>
              </a:defRPr>
            </a:defPPr>
            <a:lvl1pPr>
              <a:defRPr sz="975" b="1">
                <a:solidFill>
                  <a:srgbClr val="17161B"/>
                </a:solidFill>
              </a:defRPr>
            </a:lvl1pPr>
            <a:lvl2pPr>
              <a:defRPr sz="975" b="1">
                <a:solidFill>
                  <a:srgbClr val="17161B"/>
                </a:solidFill>
              </a:defRPr>
            </a:lvl2pPr>
            <a:lvl3pPr>
              <a:defRPr sz="975" b="1">
                <a:solidFill>
                  <a:srgbClr val="17161B"/>
                </a:solidFill>
              </a:defRPr>
            </a:lvl3pPr>
            <a:lvl4pPr>
              <a:defRPr sz="975" b="1">
                <a:solidFill>
                  <a:srgbClr val="17161B"/>
                </a:solidFill>
              </a:defRPr>
            </a:lvl4pPr>
            <a:lvl5pPr>
              <a:defRPr sz="975" b="1">
                <a:solidFill>
                  <a:srgbClr val="17161B"/>
                </a:solidFill>
              </a:defRPr>
            </a:lvl5pPr>
            <a:lvl6pPr>
              <a:defRPr sz="975" b="1">
                <a:solidFill>
                  <a:srgbClr val="17161B"/>
                </a:solidFill>
              </a:defRPr>
            </a:lvl6pPr>
            <a:lvl7pPr>
              <a:defRPr sz="975" b="1">
                <a:solidFill>
                  <a:srgbClr val="17161B"/>
                </a:solidFill>
              </a:defRPr>
            </a:lvl7pPr>
            <a:lvl8pPr>
              <a:defRPr sz="975" b="1">
                <a:solidFill>
                  <a:srgbClr val="17161B"/>
                </a:solidFill>
              </a:defRPr>
            </a:lvl8pPr>
            <a:lvl9pPr>
              <a:defRPr sz="975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61B"/>
                </a:solidFill>
              </a:defRPr>
            </a:pPr>
            <a:r>
              <a:rPr sz="975" b="1">
                <a:solidFill>
                  <a:srgbClr val="17161B"/>
                </a:solidFill>
              </a:rPr>
              <a:t>降低单镜头状态漂移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1E53B-ED2A-441D-9E44-AF1CD95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2766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BDAC3-5D90-4BA3-9839-CB156853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ECD3F-DB05-41DF-816B-768071E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F8D79"/>
                </a:solidFill>
              </a:defRPr>
            </a:defPPr>
            <a:lvl1pPr>
              <a:defRPr sz="1650" b="1">
                <a:solidFill>
                  <a:srgbClr val="6F8D79"/>
                </a:solidFill>
              </a:defRPr>
            </a:lvl1pPr>
            <a:lvl2pPr>
              <a:defRPr sz="1650" b="1">
                <a:solidFill>
                  <a:srgbClr val="6F8D79"/>
                </a:solidFill>
              </a:defRPr>
            </a:lvl2pPr>
            <a:lvl3pPr>
              <a:defRPr sz="1650" b="1">
                <a:solidFill>
                  <a:srgbClr val="6F8D79"/>
                </a:solidFill>
              </a:defRPr>
            </a:lvl3pPr>
            <a:lvl4pPr>
              <a:defRPr sz="1650" b="1">
                <a:solidFill>
                  <a:srgbClr val="6F8D79"/>
                </a:solidFill>
              </a:defRPr>
            </a:lvl4pPr>
            <a:lvl5pPr>
              <a:defRPr sz="1650" b="1">
                <a:solidFill>
                  <a:srgbClr val="6F8D79"/>
                </a:solidFill>
              </a:defRPr>
            </a:lvl5pPr>
            <a:lvl6pPr>
              <a:defRPr sz="1650" b="1">
                <a:solidFill>
                  <a:srgbClr val="6F8D79"/>
                </a:solidFill>
              </a:defRPr>
            </a:lvl6pPr>
            <a:lvl7pPr>
              <a:defRPr sz="1650" b="1">
                <a:solidFill>
                  <a:srgbClr val="6F8D79"/>
                </a:solidFill>
              </a:defRPr>
            </a:lvl7pPr>
            <a:lvl8pPr>
              <a:defRPr sz="1650" b="1">
                <a:solidFill>
                  <a:srgbClr val="6F8D79"/>
                </a:solidFill>
              </a:defRPr>
            </a:lvl8pPr>
            <a:lvl9pPr>
              <a:defRPr sz="1650" b="1">
                <a:solidFill>
                  <a:srgbClr val="6F8D7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F8D79"/>
                </a:solidFill>
              </a:defRPr>
            </a:pPr>
            <a:r>
              <a:rPr sz="1650" b="1">
                <a:solidFill>
                  <a:srgbClr val="6F8D79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E55FD-98EF-41AC-A5DD-EE783CE9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161B"/>
                </a:solidFill>
              </a:defRPr>
            </a:defPPr>
            <a:lvl1pPr>
              <a:defRPr sz="1350" b="1">
                <a:solidFill>
                  <a:srgbClr val="17161B"/>
                </a:solidFill>
              </a:defRPr>
            </a:lvl1pPr>
            <a:lvl2pPr>
              <a:defRPr sz="1350" b="1">
                <a:solidFill>
                  <a:srgbClr val="17161B"/>
                </a:solidFill>
              </a:defRPr>
            </a:lvl2pPr>
            <a:lvl3pPr>
              <a:defRPr sz="1350" b="1">
                <a:solidFill>
                  <a:srgbClr val="17161B"/>
                </a:solidFill>
              </a:defRPr>
            </a:lvl3pPr>
            <a:lvl4pPr>
              <a:defRPr sz="1350" b="1">
                <a:solidFill>
                  <a:srgbClr val="17161B"/>
                </a:solidFill>
              </a:defRPr>
            </a:lvl4pPr>
            <a:lvl5pPr>
              <a:defRPr sz="1350" b="1">
                <a:solidFill>
                  <a:srgbClr val="17161B"/>
                </a:solidFill>
              </a:defRPr>
            </a:lvl5pPr>
            <a:lvl6pPr>
              <a:defRPr sz="1350" b="1">
                <a:solidFill>
                  <a:srgbClr val="17161B"/>
                </a:solidFill>
              </a:defRPr>
            </a:lvl6pPr>
            <a:lvl7pPr>
              <a:defRPr sz="1350" b="1">
                <a:solidFill>
                  <a:srgbClr val="17161B"/>
                </a:solidFill>
              </a:defRPr>
            </a:lvl7pPr>
            <a:lvl8pPr>
              <a:defRPr sz="1350" b="1">
                <a:solidFill>
                  <a:srgbClr val="17161B"/>
                </a:solidFill>
              </a:defRPr>
            </a:lvl8pPr>
            <a:lvl9pPr>
              <a:defRPr sz="13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61B"/>
                </a:solidFill>
              </a:defRPr>
            </a:pPr>
            <a:r>
              <a:rPr sz="1350" b="1">
                <a:solidFill>
                  <a:srgbClr val="17161B"/>
                </a:solidFill>
              </a:rPr>
              <a:t>修复版片段已生成并拼入 formal-preview-v2，等待全片同类道具检查。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65A20-A36A-45B7-A767-EBD63EB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2381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96AF7-E344-444E-B527-DA804565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48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EFE6"/>
                </a:solidFill>
              </a:defRPr>
            </a:defPPr>
            <a:lvl1pPr>
              <a:defRPr sz="975" b="1">
                <a:solidFill>
                  <a:srgbClr val="F4EFE6"/>
                </a:solidFill>
              </a:defRPr>
            </a:lvl1pPr>
            <a:lvl2pPr>
              <a:defRPr sz="975" b="1">
                <a:solidFill>
                  <a:srgbClr val="F4EFE6"/>
                </a:solidFill>
              </a:defRPr>
            </a:lvl2pPr>
            <a:lvl3pPr>
              <a:defRPr sz="975" b="1">
                <a:solidFill>
                  <a:srgbClr val="F4EFE6"/>
                </a:solidFill>
              </a:defRPr>
            </a:lvl3pPr>
            <a:lvl4pPr>
              <a:defRPr sz="975" b="1">
                <a:solidFill>
                  <a:srgbClr val="F4EFE6"/>
                </a:solidFill>
              </a:defRPr>
            </a:lvl4pPr>
            <a:lvl5pPr>
              <a:defRPr sz="975" b="1">
                <a:solidFill>
                  <a:srgbClr val="F4EFE6"/>
                </a:solidFill>
              </a:defRPr>
            </a:lvl5pPr>
            <a:lvl6pPr>
              <a:defRPr sz="975" b="1">
                <a:solidFill>
                  <a:srgbClr val="F4EFE6"/>
                </a:solidFill>
              </a:defRPr>
            </a:lvl6pPr>
            <a:lvl7pPr>
              <a:defRPr sz="975" b="1">
                <a:solidFill>
                  <a:srgbClr val="F4EFE6"/>
                </a:solidFill>
              </a:defRPr>
            </a:lvl7pPr>
            <a:lvl8pPr>
              <a:defRPr sz="975" b="1">
                <a:solidFill>
                  <a:srgbClr val="F4EFE6"/>
                </a:solidFill>
              </a:defRPr>
            </a:lvl8pPr>
            <a:lvl9pPr>
              <a:defRPr sz="9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EFE6"/>
                </a:solidFill>
              </a:defRPr>
            </a:pPr>
            <a:r>
              <a:rPr sz="975" b="1">
                <a:solidFill>
                  <a:srgbClr val="F4EFE6"/>
                </a:solidFill>
              </a:rPr>
              <a:t>局部修复通过 ≠ 全片无缺陷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1CEC8-7547-4437-8E30-C14A9B0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161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4AA66-75EB-4A38-A5C3-EF328267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4EFE6"/>
                </a:solidFill>
              </a:defRPr>
            </a:defPPr>
            <a:lvl1pPr>
              <a:defRPr sz="1200" b="1">
                <a:solidFill>
                  <a:srgbClr val="F4EFE6"/>
                </a:solidFill>
              </a:defRPr>
            </a:lvl1pPr>
            <a:lvl2pPr>
              <a:defRPr sz="1200" b="1">
                <a:solidFill>
                  <a:srgbClr val="F4EFE6"/>
                </a:solidFill>
              </a:defRPr>
            </a:lvl2pPr>
            <a:lvl3pPr>
              <a:defRPr sz="1200" b="1">
                <a:solidFill>
                  <a:srgbClr val="F4EFE6"/>
                </a:solidFill>
              </a:defRPr>
            </a:lvl3pPr>
            <a:lvl4pPr>
              <a:defRPr sz="1200" b="1">
                <a:solidFill>
                  <a:srgbClr val="F4EFE6"/>
                </a:solidFill>
              </a:defRPr>
            </a:lvl4pPr>
            <a:lvl5pPr>
              <a:defRPr sz="1200" b="1">
                <a:solidFill>
                  <a:srgbClr val="F4EFE6"/>
                </a:solidFill>
              </a:defRPr>
            </a:lvl5pPr>
            <a:lvl6pPr>
              <a:defRPr sz="1200" b="1">
                <a:solidFill>
                  <a:srgbClr val="F4EFE6"/>
                </a:solidFill>
              </a:defRPr>
            </a:lvl6pPr>
            <a:lvl7pPr>
              <a:defRPr sz="1200" b="1">
                <a:solidFill>
                  <a:srgbClr val="F4EFE6"/>
                </a:solidFill>
              </a:defRPr>
            </a:lvl7pPr>
            <a:lvl8pPr>
              <a:defRPr sz="1200" b="1">
                <a:solidFill>
                  <a:srgbClr val="F4EFE6"/>
                </a:solidFill>
              </a:defRPr>
            </a:lvl8pPr>
            <a:lvl9pPr>
              <a:defRPr sz="12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EFE6"/>
                </a:solidFill>
              </a:defRPr>
            </a:pPr>
            <a:r>
              <a:rPr sz="1200" b="1">
                <a:solidFill>
                  <a:srgbClr val="F4EFE6"/>
                </a:solidFill>
              </a:rPr>
              <a:t>全片规则：药箱开合、纸张接触、车轮接地、手部抓取都要作为连续性检查点。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762EA-EC36-442F-A599-DAA7D577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3289E-94BE-4A09-9360-7B5AFD48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内部评审版 · 2026-10-26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7D8A0-ABF6-4A91-8288-A8275362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435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94EF71-E3A8-4CBC-B419-CDAC24D3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79B5B"/>
                </a:solidFill>
              </a:defRPr>
            </a:defPPr>
            <a:lvl1pPr>
              <a:defRPr sz="975" b="1">
                <a:solidFill>
                  <a:srgbClr val="C79B5B"/>
                </a:solidFill>
              </a:defRPr>
            </a:lvl1pPr>
            <a:lvl2pPr>
              <a:defRPr sz="975" b="1">
                <a:solidFill>
                  <a:srgbClr val="C79B5B"/>
                </a:solidFill>
              </a:defRPr>
            </a:lvl2pPr>
            <a:lvl3pPr>
              <a:defRPr sz="975" b="1">
                <a:solidFill>
                  <a:srgbClr val="C79B5B"/>
                </a:solidFill>
              </a:defRPr>
            </a:lvl3pPr>
            <a:lvl4pPr>
              <a:defRPr sz="975" b="1">
                <a:solidFill>
                  <a:srgbClr val="C79B5B"/>
                </a:solidFill>
              </a:defRPr>
            </a:lvl4pPr>
            <a:lvl5pPr>
              <a:defRPr sz="975" b="1">
                <a:solidFill>
                  <a:srgbClr val="C79B5B"/>
                </a:solidFill>
              </a:defRPr>
            </a:lvl5pPr>
            <a:lvl6pPr>
              <a:defRPr sz="975" b="1">
                <a:solidFill>
                  <a:srgbClr val="C79B5B"/>
                </a:solidFill>
              </a:defRPr>
            </a:lvl6pPr>
            <a:lvl7pPr>
              <a:defRPr sz="975" b="1">
                <a:solidFill>
                  <a:srgbClr val="C79B5B"/>
                </a:solidFill>
              </a:defRPr>
            </a:lvl7pPr>
            <a:lvl8pPr>
              <a:defRPr sz="975" b="1">
                <a:solidFill>
                  <a:srgbClr val="C79B5B"/>
                </a:solidFill>
              </a:defRPr>
            </a:lvl8pPr>
            <a:lvl9pPr>
              <a:defRPr sz="9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79B5B"/>
                </a:solidFill>
              </a:defRPr>
            </a:pPr>
            <a:r>
              <a:rPr sz="975" b="1">
                <a:solidFill>
                  <a:srgbClr val="C79B5B"/>
                </a:solidFill>
              </a:rPr>
              <a:t>09 / BRAND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65B32-3A3C-4BE1-A412-481E820C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8F1"/>
                </a:solidFill>
              </a:defRPr>
            </a:defPPr>
            <a:lvl1pPr>
              <a:defRPr sz="2550" b="1">
                <a:solidFill>
                  <a:srgbClr val="FBF8F1"/>
                </a:solidFill>
              </a:defRPr>
            </a:lvl1pPr>
            <a:lvl2pPr>
              <a:defRPr sz="2550" b="1">
                <a:solidFill>
                  <a:srgbClr val="FBF8F1"/>
                </a:solidFill>
              </a:defRPr>
            </a:lvl2pPr>
            <a:lvl3pPr>
              <a:defRPr sz="2550" b="1">
                <a:solidFill>
                  <a:srgbClr val="FBF8F1"/>
                </a:solidFill>
              </a:defRPr>
            </a:lvl3pPr>
            <a:lvl4pPr>
              <a:defRPr sz="2550" b="1">
                <a:solidFill>
                  <a:srgbClr val="FBF8F1"/>
                </a:solidFill>
              </a:defRPr>
            </a:lvl4pPr>
            <a:lvl5pPr>
              <a:defRPr sz="2550" b="1">
                <a:solidFill>
                  <a:srgbClr val="FBF8F1"/>
                </a:solidFill>
              </a:defRPr>
            </a:lvl5pPr>
            <a:lvl6pPr>
              <a:defRPr sz="2550" b="1">
                <a:solidFill>
                  <a:srgbClr val="FBF8F1"/>
                </a:solidFill>
              </a:defRPr>
            </a:lvl6pPr>
            <a:lvl7pPr>
              <a:defRPr sz="2550" b="1">
                <a:solidFill>
                  <a:srgbClr val="FBF8F1"/>
                </a:solidFill>
              </a:defRPr>
            </a:lvl7pPr>
            <a:lvl8pPr>
              <a:defRPr sz="2550" b="1">
                <a:solidFill>
                  <a:srgbClr val="FBF8F1"/>
                </a:solidFill>
              </a:defRPr>
            </a:lvl8pPr>
            <a:lvl9pPr>
              <a:defRPr sz="25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8F1"/>
                </a:solidFill>
              </a:defRPr>
            </a:pPr>
            <a:r>
              <a:rPr sz="2550" b="1">
                <a:solidFill>
                  <a:srgbClr val="FBF8F1"/>
                </a:solidFill>
              </a:rPr>
              <a:t>七牛云不是插播卡，而是“主任务终于能继续”的原因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3B400-5054-4D3D-BF38-27D9845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B0A7"/>
                </a:solidFill>
              </a:defRPr>
            </a:defPPr>
            <a:lvl1pPr>
              <a:defRPr sz="1200" b="0">
                <a:solidFill>
                  <a:srgbClr val="B9B0A7"/>
                </a:solidFill>
              </a:defRPr>
            </a:lvl1pPr>
            <a:lvl2pPr>
              <a:defRPr sz="1200" b="0">
                <a:solidFill>
                  <a:srgbClr val="B9B0A7"/>
                </a:solidFill>
              </a:defRPr>
            </a:lvl2pPr>
            <a:lvl3pPr>
              <a:defRPr sz="1200" b="0">
                <a:solidFill>
                  <a:srgbClr val="B9B0A7"/>
                </a:solidFill>
              </a:defRPr>
            </a:lvl3pPr>
            <a:lvl4pPr>
              <a:defRPr sz="1200" b="0">
                <a:solidFill>
                  <a:srgbClr val="B9B0A7"/>
                </a:solidFill>
              </a:defRPr>
            </a:lvl4pPr>
            <a:lvl5pPr>
              <a:defRPr sz="1200" b="0">
                <a:solidFill>
                  <a:srgbClr val="B9B0A7"/>
                </a:solidFill>
              </a:defRPr>
            </a:lvl5pPr>
            <a:lvl6pPr>
              <a:defRPr sz="1200" b="0">
                <a:solidFill>
                  <a:srgbClr val="B9B0A7"/>
                </a:solidFill>
              </a:defRPr>
            </a:lvl6pPr>
            <a:lvl7pPr>
              <a:defRPr sz="1200" b="0">
                <a:solidFill>
                  <a:srgbClr val="B9B0A7"/>
                </a:solidFill>
              </a:defRPr>
            </a:lvl7pPr>
            <a:lvl8pPr>
              <a:defRPr sz="1200" b="0">
                <a:solidFill>
                  <a:srgbClr val="B9B0A7"/>
                </a:solidFill>
              </a:defRPr>
            </a:lvl8pPr>
            <a:lvl9pPr>
              <a:defRPr sz="12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B0A7"/>
                </a:solidFill>
              </a:defRPr>
            </a:pPr>
            <a:r>
              <a:rPr sz="1200" b="0">
                <a:solidFill>
                  <a:srgbClr val="B9B0A7"/>
                </a:solidFill>
              </a:rPr>
              <a:t>品牌植入跟随剧情动作发生：辅助链路掉链子，主人公暂停主任务，云令恢复协作。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C1809-E5C1-4CB0-8CFA-B84FDFAF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1EA76-0E68-4CA7-8DDE-A0E5406F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33A2C"/>
                </a:solidFill>
              </a:defRPr>
            </a:defPPr>
            <a:lvl1pPr>
              <a:defRPr sz="1350" b="1">
                <a:solidFill>
                  <a:srgbClr val="B33A2C"/>
                </a:solidFill>
              </a:defRPr>
            </a:lvl1pPr>
            <a:lvl2pPr>
              <a:defRPr sz="1350" b="1">
                <a:solidFill>
                  <a:srgbClr val="B33A2C"/>
                </a:solidFill>
              </a:defRPr>
            </a:lvl2pPr>
            <a:lvl3pPr>
              <a:defRPr sz="1350" b="1">
                <a:solidFill>
                  <a:srgbClr val="B33A2C"/>
                </a:solidFill>
              </a:defRPr>
            </a:lvl3pPr>
            <a:lvl4pPr>
              <a:defRPr sz="1350" b="1">
                <a:solidFill>
                  <a:srgbClr val="B33A2C"/>
                </a:solidFill>
              </a:defRPr>
            </a:lvl4pPr>
            <a:lvl5pPr>
              <a:defRPr sz="1350" b="1">
                <a:solidFill>
                  <a:srgbClr val="B33A2C"/>
                </a:solidFill>
              </a:defRPr>
            </a:lvl5pPr>
            <a:lvl6pPr>
              <a:defRPr sz="1350" b="1">
                <a:solidFill>
                  <a:srgbClr val="B33A2C"/>
                </a:solidFill>
              </a:defRPr>
            </a:lvl6pPr>
            <a:lvl7pPr>
              <a:defRPr sz="1350" b="1">
                <a:solidFill>
                  <a:srgbClr val="B33A2C"/>
                </a:solidFill>
              </a:defRPr>
            </a:lvl7pPr>
            <a:lvl8pPr>
              <a:defRPr sz="1350" b="1">
                <a:solidFill>
                  <a:srgbClr val="B33A2C"/>
                </a:solidFill>
              </a:defRPr>
            </a:lvl8pPr>
            <a:lvl9pPr>
              <a:defRPr sz="1350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33A2C"/>
                </a:solidFill>
              </a:defRPr>
            </a:pPr>
            <a:r>
              <a:rPr sz="1350" b="1">
                <a:solidFill>
                  <a:srgbClr val="B33A2C"/>
                </a:solidFill>
              </a:rPr>
              <a:t>EP01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8D398-DAC9-421E-94B6-C1FC1015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EFE6"/>
                </a:solidFill>
              </a:defRPr>
            </a:defPPr>
            <a:lvl1pPr>
              <a:defRPr sz="1275" b="1">
                <a:solidFill>
                  <a:srgbClr val="F4EFE6"/>
                </a:solidFill>
              </a:defRPr>
            </a:lvl1pPr>
            <a:lvl2pPr>
              <a:defRPr sz="1275" b="1">
                <a:solidFill>
                  <a:srgbClr val="F4EFE6"/>
                </a:solidFill>
              </a:defRPr>
            </a:lvl2pPr>
            <a:lvl3pPr>
              <a:defRPr sz="1275" b="1">
                <a:solidFill>
                  <a:srgbClr val="F4EFE6"/>
                </a:solidFill>
              </a:defRPr>
            </a:lvl3pPr>
            <a:lvl4pPr>
              <a:defRPr sz="1275" b="1">
                <a:solidFill>
                  <a:srgbClr val="F4EFE6"/>
                </a:solidFill>
              </a:defRPr>
            </a:lvl4pPr>
            <a:lvl5pPr>
              <a:defRPr sz="1275" b="1">
                <a:solidFill>
                  <a:srgbClr val="F4EFE6"/>
                </a:solidFill>
              </a:defRPr>
            </a:lvl5pPr>
            <a:lvl6pPr>
              <a:defRPr sz="1275" b="1">
                <a:solidFill>
                  <a:srgbClr val="F4EFE6"/>
                </a:solidFill>
              </a:defRPr>
            </a:lvl6pPr>
            <a:lvl7pPr>
              <a:defRPr sz="1275" b="1">
                <a:solidFill>
                  <a:srgbClr val="F4EFE6"/>
                </a:solidFill>
              </a:defRPr>
            </a:lvl7pPr>
            <a:lvl8pPr>
              <a:defRPr sz="1275" b="1">
                <a:solidFill>
                  <a:srgbClr val="F4EFE6"/>
                </a:solidFill>
              </a:defRPr>
            </a:lvl8pPr>
            <a:lvl9pPr>
              <a:defRPr sz="12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EFE6"/>
                </a:solidFill>
              </a:defRPr>
            </a:pPr>
            <a:r>
              <a:rPr sz="1275" b="1">
                <a:solidFill>
                  <a:srgbClr val="F4EFE6"/>
                </a:solidFill>
              </a:rPr>
              <a:t>存档 / 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F2E05-D23A-4BC5-9562-A293AA99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军报误入药箱，原页受潮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EFAE3-3775-440A-9F69-4483D3B2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33A2C"/>
                </a:solidFill>
              </a:defRPr>
            </a:defPPr>
            <a:lvl1pPr>
              <a:defRPr sz="1350" b="1">
                <a:solidFill>
                  <a:srgbClr val="B33A2C"/>
                </a:solidFill>
              </a:defRPr>
            </a:lvl1pPr>
            <a:lvl2pPr>
              <a:defRPr sz="1350" b="1">
                <a:solidFill>
                  <a:srgbClr val="B33A2C"/>
                </a:solidFill>
              </a:defRPr>
            </a:lvl2pPr>
            <a:lvl3pPr>
              <a:defRPr sz="1350" b="1">
                <a:solidFill>
                  <a:srgbClr val="B33A2C"/>
                </a:solidFill>
              </a:defRPr>
            </a:lvl3pPr>
            <a:lvl4pPr>
              <a:defRPr sz="1350" b="1">
                <a:solidFill>
                  <a:srgbClr val="B33A2C"/>
                </a:solidFill>
              </a:defRPr>
            </a:lvl4pPr>
            <a:lvl5pPr>
              <a:defRPr sz="1350" b="1">
                <a:solidFill>
                  <a:srgbClr val="B33A2C"/>
                </a:solidFill>
              </a:defRPr>
            </a:lvl5pPr>
            <a:lvl6pPr>
              <a:defRPr sz="1350" b="1">
                <a:solidFill>
                  <a:srgbClr val="B33A2C"/>
                </a:solidFill>
              </a:defRPr>
            </a:lvl6pPr>
            <a:lvl7pPr>
              <a:defRPr sz="1350" b="1">
                <a:solidFill>
                  <a:srgbClr val="B33A2C"/>
                </a:solidFill>
              </a:defRPr>
            </a:lvl7pPr>
            <a:lvl8pPr>
              <a:defRPr sz="1350" b="1">
                <a:solidFill>
                  <a:srgbClr val="B33A2C"/>
                </a:solidFill>
              </a:defRPr>
            </a:lvl8pPr>
            <a:lvl9pPr>
              <a:defRPr sz="1350" b="1">
                <a:solidFill>
                  <a:srgbClr val="B33A2C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33A2C"/>
                </a:solidFill>
              </a:defRPr>
            </a:pPr>
            <a:r>
              <a:rPr sz="1350" b="1">
                <a:solidFill>
                  <a:srgbClr val="B33A2C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BBC46-CAB0-4D22-9A71-1048C571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57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EFE6"/>
                </a:solidFill>
              </a:defRPr>
            </a:defPPr>
            <a:lvl1pPr>
              <a:defRPr sz="1125" b="1">
                <a:solidFill>
                  <a:srgbClr val="F4EFE6"/>
                </a:solidFill>
              </a:defRPr>
            </a:lvl1pPr>
            <a:lvl2pPr>
              <a:defRPr sz="1125" b="1">
                <a:solidFill>
                  <a:srgbClr val="F4EFE6"/>
                </a:solidFill>
              </a:defRPr>
            </a:lvl2pPr>
            <a:lvl3pPr>
              <a:defRPr sz="1125" b="1">
                <a:solidFill>
                  <a:srgbClr val="F4EFE6"/>
                </a:solidFill>
              </a:defRPr>
            </a:lvl3pPr>
            <a:lvl4pPr>
              <a:defRPr sz="1125" b="1">
                <a:solidFill>
                  <a:srgbClr val="F4EFE6"/>
                </a:solidFill>
              </a:defRPr>
            </a:lvl4pPr>
            <a:lvl5pPr>
              <a:defRPr sz="1125" b="1">
                <a:solidFill>
                  <a:srgbClr val="F4EFE6"/>
                </a:solidFill>
              </a:defRPr>
            </a:lvl5pPr>
            <a:lvl6pPr>
              <a:defRPr sz="1125" b="1">
                <a:solidFill>
                  <a:srgbClr val="F4EFE6"/>
                </a:solidFill>
              </a:defRPr>
            </a:lvl6pPr>
            <a:lvl7pPr>
              <a:defRPr sz="1125" b="1">
                <a:solidFill>
                  <a:srgbClr val="F4EFE6"/>
                </a:solidFill>
              </a:defRPr>
            </a:lvl7pPr>
            <a:lvl8pPr>
              <a:defRPr sz="1125" b="1">
                <a:solidFill>
                  <a:srgbClr val="F4EFE6"/>
                </a:solidFill>
              </a:defRPr>
            </a:lvl8pPr>
            <a:lvl9pPr>
              <a:defRPr sz="11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4EFE6"/>
                </a:solidFill>
              </a:defRPr>
            </a:pPr>
            <a:r>
              <a:rPr sz="1125" b="1">
                <a:solidFill>
                  <a:srgbClr val="F4EFE6"/>
                </a:solidFill>
              </a:rPr>
              <a:t>追回、备份、恢复，回到旧案主线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08747-2F4C-447C-AE5A-886C0EC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96B4B-E8FC-485E-A150-4204D4CA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79B5B"/>
                </a:solidFill>
              </a:defRPr>
            </a:defPPr>
            <a:lvl1pPr>
              <a:defRPr sz="1350" b="1">
                <a:solidFill>
                  <a:srgbClr val="C79B5B"/>
                </a:solidFill>
              </a:defRPr>
            </a:lvl1pPr>
            <a:lvl2pPr>
              <a:defRPr sz="1350" b="1">
                <a:solidFill>
                  <a:srgbClr val="C79B5B"/>
                </a:solidFill>
              </a:defRPr>
            </a:lvl2pPr>
            <a:lvl3pPr>
              <a:defRPr sz="1350" b="1">
                <a:solidFill>
                  <a:srgbClr val="C79B5B"/>
                </a:solidFill>
              </a:defRPr>
            </a:lvl3pPr>
            <a:lvl4pPr>
              <a:defRPr sz="1350" b="1">
                <a:solidFill>
                  <a:srgbClr val="C79B5B"/>
                </a:solidFill>
              </a:defRPr>
            </a:lvl4pPr>
            <a:lvl5pPr>
              <a:defRPr sz="1350" b="1">
                <a:solidFill>
                  <a:srgbClr val="C79B5B"/>
                </a:solidFill>
              </a:defRPr>
            </a:lvl5pPr>
            <a:lvl6pPr>
              <a:defRPr sz="1350" b="1">
                <a:solidFill>
                  <a:srgbClr val="C79B5B"/>
                </a:solidFill>
              </a:defRPr>
            </a:lvl6pPr>
            <a:lvl7pPr>
              <a:defRPr sz="1350" b="1">
                <a:solidFill>
                  <a:srgbClr val="C79B5B"/>
                </a:solidFill>
              </a:defRPr>
            </a:lvl7pPr>
            <a:lvl8pPr>
              <a:defRPr sz="1350" b="1">
                <a:solidFill>
                  <a:srgbClr val="C79B5B"/>
                </a:solidFill>
              </a:defRPr>
            </a:lvl8pPr>
            <a:lvl9pPr>
              <a:defRPr sz="13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79B5B"/>
                </a:solidFill>
              </a:defRPr>
            </a:pPr>
            <a:r>
              <a:rPr sz="1350" b="1">
                <a:solidFill>
                  <a:srgbClr val="C79B5B"/>
                </a:solidFill>
              </a:rPr>
              <a:t>EP02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A6472-E868-4E28-B2D4-F560AF62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71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EFE6"/>
                </a:solidFill>
              </a:defRPr>
            </a:defPPr>
            <a:lvl1pPr>
              <a:defRPr sz="1275" b="1">
                <a:solidFill>
                  <a:srgbClr val="F4EFE6"/>
                </a:solidFill>
              </a:defRPr>
            </a:lvl1pPr>
            <a:lvl2pPr>
              <a:defRPr sz="1275" b="1">
                <a:solidFill>
                  <a:srgbClr val="F4EFE6"/>
                </a:solidFill>
              </a:defRPr>
            </a:lvl2pPr>
            <a:lvl3pPr>
              <a:defRPr sz="1275" b="1">
                <a:solidFill>
                  <a:srgbClr val="F4EFE6"/>
                </a:solidFill>
              </a:defRPr>
            </a:lvl3pPr>
            <a:lvl4pPr>
              <a:defRPr sz="1275" b="1">
                <a:solidFill>
                  <a:srgbClr val="F4EFE6"/>
                </a:solidFill>
              </a:defRPr>
            </a:lvl4pPr>
            <a:lvl5pPr>
              <a:defRPr sz="1275" b="1">
                <a:solidFill>
                  <a:srgbClr val="F4EFE6"/>
                </a:solidFill>
              </a:defRPr>
            </a:lvl5pPr>
            <a:lvl6pPr>
              <a:defRPr sz="1275" b="1">
                <a:solidFill>
                  <a:srgbClr val="F4EFE6"/>
                </a:solidFill>
              </a:defRPr>
            </a:lvl6pPr>
            <a:lvl7pPr>
              <a:defRPr sz="1275" b="1">
                <a:solidFill>
                  <a:srgbClr val="F4EFE6"/>
                </a:solidFill>
              </a:defRPr>
            </a:lvl7pPr>
            <a:lvl8pPr>
              <a:defRPr sz="1275" b="1">
                <a:solidFill>
                  <a:srgbClr val="F4EFE6"/>
                </a:solidFill>
              </a:defRPr>
            </a:lvl8pPr>
            <a:lvl9pPr>
              <a:defRPr sz="12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EFE6"/>
                </a:solidFill>
              </a:defRPr>
            </a:pPr>
            <a:r>
              <a:rPr sz="1275" b="1">
                <a:solidFill>
                  <a:srgbClr val="F4EFE6"/>
                </a:solidFill>
              </a:rPr>
              <a:t>鉴权 / 版本 / 调度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C6ACB-60D6-4683-9C75-0062E0FD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71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封泥、口令、地图版本冲突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8487B-2584-40BE-9584-5F5A1A49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71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79B5B"/>
                </a:solidFill>
              </a:defRPr>
            </a:defPPr>
            <a:lvl1pPr>
              <a:defRPr sz="1350" b="1">
                <a:solidFill>
                  <a:srgbClr val="C79B5B"/>
                </a:solidFill>
              </a:defRPr>
            </a:lvl1pPr>
            <a:lvl2pPr>
              <a:defRPr sz="1350" b="1">
                <a:solidFill>
                  <a:srgbClr val="C79B5B"/>
                </a:solidFill>
              </a:defRPr>
            </a:lvl2pPr>
            <a:lvl3pPr>
              <a:defRPr sz="1350" b="1">
                <a:solidFill>
                  <a:srgbClr val="C79B5B"/>
                </a:solidFill>
              </a:defRPr>
            </a:lvl3pPr>
            <a:lvl4pPr>
              <a:defRPr sz="1350" b="1">
                <a:solidFill>
                  <a:srgbClr val="C79B5B"/>
                </a:solidFill>
              </a:defRPr>
            </a:lvl4pPr>
            <a:lvl5pPr>
              <a:defRPr sz="1350" b="1">
                <a:solidFill>
                  <a:srgbClr val="C79B5B"/>
                </a:solidFill>
              </a:defRPr>
            </a:lvl5pPr>
            <a:lvl6pPr>
              <a:defRPr sz="1350" b="1">
                <a:solidFill>
                  <a:srgbClr val="C79B5B"/>
                </a:solidFill>
              </a:defRPr>
            </a:lvl6pPr>
            <a:lvl7pPr>
              <a:defRPr sz="1350" b="1">
                <a:solidFill>
                  <a:srgbClr val="C79B5B"/>
                </a:solidFill>
              </a:defRPr>
            </a:lvl7pPr>
            <a:lvl8pPr>
              <a:defRPr sz="1350" b="1">
                <a:solidFill>
                  <a:srgbClr val="C79B5B"/>
                </a:solidFill>
              </a:defRPr>
            </a:lvl8pPr>
            <a:lvl9pPr>
              <a:defRPr sz="13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79B5B"/>
                </a:solidFill>
              </a:defRPr>
            </a:pPr>
            <a:r>
              <a:rPr sz="1350" b="1">
                <a:solidFill>
                  <a:srgbClr val="C79B5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19ECD-8426-416D-A40F-10BD0DF8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EFE6"/>
                </a:solidFill>
              </a:defRPr>
            </a:defPPr>
            <a:lvl1pPr>
              <a:defRPr sz="1125" b="1">
                <a:solidFill>
                  <a:srgbClr val="F4EFE6"/>
                </a:solidFill>
              </a:defRPr>
            </a:lvl1pPr>
            <a:lvl2pPr>
              <a:defRPr sz="1125" b="1">
                <a:solidFill>
                  <a:srgbClr val="F4EFE6"/>
                </a:solidFill>
              </a:defRPr>
            </a:lvl2pPr>
            <a:lvl3pPr>
              <a:defRPr sz="1125" b="1">
                <a:solidFill>
                  <a:srgbClr val="F4EFE6"/>
                </a:solidFill>
              </a:defRPr>
            </a:lvl3pPr>
            <a:lvl4pPr>
              <a:defRPr sz="1125" b="1">
                <a:solidFill>
                  <a:srgbClr val="F4EFE6"/>
                </a:solidFill>
              </a:defRPr>
            </a:lvl4pPr>
            <a:lvl5pPr>
              <a:defRPr sz="1125" b="1">
                <a:solidFill>
                  <a:srgbClr val="F4EFE6"/>
                </a:solidFill>
              </a:defRPr>
            </a:lvl5pPr>
            <a:lvl6pPr>
              <a:defRPr sz="1125" b="1">
                <a:solidFill>
                  <a:srgbClr val="F4EFE6"/>
                </a:solidFill>
              </a:defRPr>
            </a:lvl6pPr>
            <a:lvl7pPr>
              <a:defRPr sz="1125" b="1">
                <a:solidFill>
                  <a:srgbClr val="F4EFE6"/>
                </a:solidFill>
              </a:defRPr>
            </a:lvl7pPr>
            <a:lvl8pPr>
              <a:defRPr sz="1125" b="1">
                <a:solidFill>
                  <a:srgbClr val="F4EFE6"/>
                </a:solidFill>
              </a:defRPr>
            </a:lvl8pPr>
            <a:lvl9pPr>
              <a:defRPr sz="11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4EFE6"/>
                </a:solidFill>
              </a:defRPr>
            </a:pPr>
            <a:r>
              <a:rPr sz="1125" b="1">
                <a:solidFill>
                  <a:srgbClr val="F4EFE6"/>
                </a:solidFill>
              </a:rPr>
              <a:t>统一有效版本，让锦囊继续上路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BA5B9-2F15-4D37-9020-F49E3BF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1125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FF6A8-222A-4DA3-9F36-C229B31D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1849C"/>
                </a:solidFill>
              </a:defRPr>
            </a:defPPr>
            <a:lvl1pPr>
              <a:defRPr sz="1350" b="1">
                <a:solidFill>
                  <a:srgbClr val="71849C"/>
                </a:solidFill>
              </a:defRPr>
            </a:lvl1pPr>
            <a:lvl2pPr>
              <a:defRPr sz="1350" b="1">
                <a:solidFill>
                  <a:srgbClr val="71849C"/>
                </a:solidFill>
              </a:defRPr>
            </a:lvl2pPr>
            <a:lvl3pPr>
              <a:defRPr sz="1350" b="1">
                <a:solidFill>
                  <a:srgbClr val="71849C"/>
                </a:solidFill>
              </a:defRPr>
            </a:lvl3pPr>
            <a:lvl4pPr>
              <a:defRPr sz="1350" b="1">
                <a:solidFill>
                  <a:srgbClr val="71849C"/>
                </a:solidFill>
              </a:defRPr>
            </a:lvl4pPr>
            <a:lvl5pPr>
              <a:defRPr sz="1350" b="1">
                <a:solidFill>
                  <a:srgbClr val="71849C"/>
                </a:solidFill>
              </a:defRPr>
            </a:lvl5pPr>
            <a:lvl6pPr>
              <a:defRPr sz="1350" b="1">
                <a:solidFill>
                  <a:srgbClr val="71849C"/>
                </a:solidFill>
              </a:defRPr>
            </a:lvl6pPr>
            <a:lvl7pPr>
              <a:defRPr sz="1350" b="1">
                <a:solidFill>
                  <a:srgbClr val="71849C"/>
                </a:solidFill>
              </a:defRPr>
            </a:lvl7pPr>
            <a:lvl8pPr>
              <a:defRPr sz="1350" b="1">
                <a:solidFill>
                  <a:srgbClr val="71849C"/>
                </a:solidFill>
              </a:defRPr>
            </a:lvl8pPr>
            <a:lvl9pPr>
              <a:defRPr sz="13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1849C"/>
                </a:solidFill>
              </a:defRPr>
            </a:pPr>
            <a:r>
              <a:rPr sz="1350" b="1">
                <a:solidFill>
                  <a:srgbClr val="71849C"/>
                </a:solidFill>
              </a:rPr>
              <a:t>EP03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FF80E-1ED3-41CB-B7B5-BF9C2A4E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EFE6"/>
                </a:solidFill>
              </a:defRPr>
            </a:defPPr>
            <a:lvl1pPr>
              <a:defRPr sz="1275" b="1">
                <a:solidFill>
                  <a:srgbClr val="F4EFE6"/>
                </a:solidFill>
              </a:defRPr>
            </a:lvl1pPr>
            <a:lvl2pPr>
              <a:defRPr sz="1275" b="1">
                <a:solidFill>
                  <a:srgbClr val="F4EFE6"/>
                </a:solidFill>
              </a:defRPr>
            </a:lvl2pPr>
            <a:lvl3pPr>
              <a:defRPr sz="1275" b="1">
                <a:solidFill>
                  <a:srgbClr val="F4EFE6"/>
                </a:solidFill>
              </a:defRPr>
            </a:lvl3pPr>
            <a:lvl4pPr>
              <a:defRPr sz="1275" b="1">
                <a:solidFill>
                  <a:srgbClr val="F4EFE6"/>
                </a:solidFill>
              </a:defRPr>
            </a:lvl4pPr>
            <a:lvl5pPr>
              <a:defRPr sz="1275" b="1">
                <a:solidFill>
                  <a:srgbClr val="F4EFE6"/>
                </a:solidFill>
              </a:defRPr>
            </a:lvl5pPr>
            <a:lvl6pPr>
              <a:defRPr sz="1275" b="1">
                <a:solidFill>
                  <a:srgbClr val="F4EFE6"/>
                </a:solidFill>
              </a:defRPr>
            </a:lvl6pPr>
            <a:lvl7pPr>
              <a:defRPr sz="1275" b="1">
                <a:solidFill>
                  <a:srgbClr val="F4EFE6"/>
                </a:solidFill>
              </a:defRPr>
            </a:lvl7pPr>
            <a:lvl8pPr>
              <a:defRPr sz="1275" b="1">
                <a:solidFill>
                  <a:srgbClr val="F4EFE6"/>
                </a:solidFill>
              </a:defRPr>
            </a:lvl8pPr>
            <a:lvl9pPr>
              <a:defRPr sz="127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EFE6"/>
                </a:solidFill>
              </a:defRPr>
            </a:pPr>
            <a:r>
              <a:rPr sz="1275" b="1">
                <a:solidFill>
                  <a:srgbClr val="F4EFE6"/>
                </a:solidFill>
              </a:rPr>
              <a:t>同步 / 协同分发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51803-6078-4979-9DB8-1BBF0A8D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状纸、药包、路线、车轴连续失效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BC9E4-92FD-4991-8126-21E9A15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1849C"/>
                </a:solidFill>
              </a:defRPr>
            </a:defPPr>
            <a:lvl1pPr>
              <a:defRPr sz="1350" b="1">
                <a:solidFill>
                  <a:srgbClr val="71849C"/>
                </a:solidFill>
              </a:defRPr>
            </a:lvl1pPr>
            <a:lvl2pPr>
              <a:defRPr sz="1350" b="1">
                <a:solidFill>
                  <a:srgbClr val="71849C"/>
                </a:solidFill>
              </a:defRPr>
            </a:lvl2pPr>
            <a:lvl3pPr>
              <a:defRPr sz="1350" b="1">
                <a:solidFill>
                  <a:srgbClr val="71849C"/>
                </a:solidFill>
              </a:defRPr>
            </a:lvl3pPr>
            <a:lvl4pPr>
              <a:defRPr sz="1350" b="1">
                <a:solidFill>
                  <a:srgbClr val="71849C"/>
                </a:solidFill>
              </a:defRPr>
            </a:lvl4pPr>
            <a:lvl5pPr>
              <a:defRPr sz="1350" b="1">
                <a:solidFill>
                  <a:srgbClr val="71849C"/>
                </a:solidFill>
              </a:defRPr>
            </a:lvl5pPr>
            <a:lvl6pPr>
              <a:defRPr sz="1350" b="1">
                <a:solidFill>
                  <a:srgbClr val="71849C"/>
                </a:solidFill>
              </a:defRPr>
            </a:lvl6pPr>
            <a:lvl7pPr>
              <a:defRPr sz="1350" b="1">
                <a:solidFill>
                  <a:srgbClr val="71849C"/>
                </a:solidFill>
              </a:defRPr>
            </a:lvl7pPr>
            <a:lvl8pPr>
              <a:defRPr sz="1350" b="1">
                <a:solidFill>
                  <a:srgbClr val="71849C"/>
                </a:solidFill>
              </a:defRPr>
            </a:lvl8pPr>
            <a:lvl9pPr>
              <a:defRPr sz="1350" b="1">
                <a:solidFill>
                  <a:srgbClr val="71849C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1849C"/>
                </a:solidFill>
              </a:defRPr>
            </a:pPr>
            <a:r>
              <a:rPr sz="1350" b="1">
                <a:solidFill>
                  <a:srgbClr val="71849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B5713-E4E7-4742-9794-A4974BD2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4EFE6"/>
                </a:solidFill>
              </a:defRPr>
            </a:defPPr>
            <a:lvl1pPr>
              <a:defRPr sz="1125" b="1">
                <a:solidFill>
                  <a:srgbClr val="F4EFE6"/>
                </a:solidFill>
              </a:defRPr>
            </a:lvl1pPr>
            <a:lvl2pPr>
              <a:defRPr sz="1125" b="1">
                <a:solidFill>
                  <a:srgbClr val="F4EFE6"/>
                </a:solidFill>
              </a:defRPr>
            </a:lvl2pPr>
            <a:lvl3pPr>
              <a:defRPr sz="1125" b="1">
                <a:solidFill>
                  <a:srgbClr val="F4EFE6"/>
                </a:solidFill>
              </a:defRPr>
            </a:lvl3pPr>
            <a:lvl4pPr>
              <a:defRPr sz="1125" b="1">
                <a:solidFill>
                  <a:srgbClr val="F4EFE6"/>
                </a:solidFill>
              </a:defRPr>
            </a:lvl4pPr>
            <a:lvl5pPr>
              <a:defRPr sz="1125" b="1">
                <a:solidFill>
                  <a:srgbClr val="F4EFE6"/>
                </a:solidFill>
              </a:defRPr>
            </a:lvl5pPr>
            <a:lvl6pPr>
              <a:defRPr sz="1125" b="1">
                <a:solidFill>
                  <a:srgbClr val="F4EFE6"/>
                </a:solidFill>
              </a:defRPr>
            </a:lvl6pPr>
            <a:lvl7pPr>
              <a:defRPr sz="1125" b="1">
                <a:solidFill>
                  <a:srgbClr val="F4EFE6"/>
                </a:solidFill>
              </a:defRPr>
            </a:lvl7pPr>
            <a:lvl8pPr>
              <a:defRPr sz="1125" b="1">
                <a:solidFill>
                  <a:srgbClr val="F4EFE6"/>
                </a:solidFill>
              </a:defRPr>
            </a:lvl8pPr>
            <a:lvl9pPr>
              <a:defRPr sz="11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4EFE6"/>
                </a:solidFill>
              </a:defRPr>
            </a:pPr>
            <a:r>
              <a:rPr sz="1125" b="1">
                <a:solidFill>
                  <a:srgbClr val="F4EFE6"/>
                </a:solidFill>
              </a:rPr>
              <a:t>证据与队伍同步进入金陵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9BDF8-2CF0-4131-9F34-D67C8AFA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B2022"/>
          </a:solidFill>
          <a:ln xmlns:a="http://schemas.openxmlformats.org/drawingml/2006/main" w="9525">
            <a:solidFill>
              <a:srgbClr val="8F2D2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4154A-5AC7-42A9-9BD0-397288DA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79B5B"/>
                </a:solidFill>
              </a:defRPr>
            </a:defPPr>
            <a:lvl1pPr>
              <a:defRPr sz="1050" b="1">
                <a:solidFill>
                  <a:srgbClr val="C79B5B"/>
                </a:solidFill>
              </a:defRPr>
            </a:lvl1pPr>
            <a:lvl2pPr>
              <a:defRPr sz="1050" b="1">
                <a:solidFill>
                  <a:srgbClr val="C79B5B"/>
                </a:solidFill>
              </a:defRPr>
            </a:lvl2pPr>
            <a:lvl3pPr>
              <a:defRPr sz="1050" b="1">
                <a:solidFill>
                  <a:srgbClr val="C79B5B"/>
                </a:solidFill>
              </a:defRPr>
            </a:lvl3pPr>
            <a:lvl4pPr>
              <a:defRPr sz="1050" b="1">
                <a:solidFill>
                  <a:srgbClr val="C79B5B"/>
                </a:solidFill>
              </a:defRPr>
            </a:lvl4pPr>
            <a:lvl5pPr>
              <a:defRPr sz="1050" b="1">
                <a:solidFill>
                  <a:srgbClr val="C79B5B"/>
                </a:solidFill>
              </a:defRPr>
            </a:lvl5pPr>
            <a:lvl6pPr>
              <a:defRPr sz="1050" b="1">
                <a:solidFill>
                  <a:srgbClr val="C79B5B"/>
                </a:solidFill>
              </a:defRPr>
            </a:lvl6pPr>
            <a:lvl7pPr>
              <a:defRPr sz="1050" b="1">
                <a:solidFill>
                  <a:srgbClr val="C79B5B"/>
                </a:solidFill>
              </a:defRPr>
            </a:lvl7pPr>
            <a:lvl8pPr>
              <a:defRPr sz="1050" b="1">
                <a:solidFill>
                  <a:srgbClr val="C79B5B"/>
                </a:solidFill>
              </a:defRPr>
            </a:lvl8pPr>
            <a:lvl9pPr>
              <a:defRPr sz="1050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79B5B"/>
                </a:solidFill>
              </a:defRPr>
            </a:pPr>
            <a:r>
              <a:rPr sz="1050" b="1">
                <a:solidFill>
                  <a:srgbClr val="C79B5B"/>
                </a:solidFill>
              </a:rPr>
              <a:t>结尾口播（每集现场人员聚在一起）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E8C543-3835-4D88-8ED4-F488DE85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4EFE6"/>
                </a:solidFill>
              </a:defRPr>
            </a:defPPr>
            <a:lvl1pPr>
              <a:defRPr sz="1725" b="1">
                <a:solidFill>
                  <a:srgbClr val="F4EFE6"/>
                </a:solidFill>
              </a:defRPr>
            </a:lvl1pPr>
            <a:lvl2pPr>
              <a:defRPr sz="1725" b="1">
                <a:solidFill>
                  <a:srgbClr val="F4EFE6"/>
                </a:solidFill>
              </a:defRPr>
            </a:lvl2pPr>
            <a:lvl3pPr>
              <a:defRPr sz="1725" b="1">
                <a:solidFill>
                  <a:srgbClr val="F4EFE6"/>
                </a:solidFill>
              </a:defRPr>
            </a:lvl3pPr>
            <a:lvl4pPr>
              <a:defRPr sz="1725" b="1">
                <a:solidFill>
                  <a:srgbClr val="F4EFE6"/>
                </a:solidFill>
              </a:defRPr>
            </a:lvl4pPr>
            <a:lvl5pPr>
              <a:defRPr sz="1725" b="1">
                <a:solidFill>
                  <a:srgbClr val="F4EFE6"/>
                </a:solidFill>
              </a:defRPr>
            </a:lvl5pPr>
            <a:lvl6pPr>
              <a:defRPr sz="1725" b="1">
                <a:solidFill>
                  <a:srgbClr val="F4EFE6"/>
                </a:solidFill>
              </a:defRPr>
            </a:lvl6pPr>
            <a:lvl7pPr>
              <a:defRPr sz="1725" b="1">
                <a:solidFill>
                  <a:srgbClr val="F4EFE6"/>
                </a:solidFill>
              </a:defRPr>
            </a:lvl7pPr>
            <a:lvl8pPr>
              <a:defRPr sz="1725" b="1">
                <a:solidFill>
                  <a:srgbClr val="F4EFE6"/>
                </a:solidFill>
              </a:defRPr>
            </a:lvl8pPr>
            <a:lvl9pPr>
              <a:defRPr sz="1725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4EFE6"/>
                </a:solidFill>
              </a:defRPr>
            </a:pPr>
            <a:r>
              <a:rPr sz="1725" b="1">
                <a:solidFill>
                  <a:srgbClr val="F4EFE6"/>
                </a:solidFill>
              </a:rPr>
              <a:t>“七牛云 一站式AI Infra，为你的主任务保驾护航。”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1778E-5C46-4E26-A602-E66E29DB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视频中采用画外音或书法字幕说明；不插入 PPT 式文字说明卡。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CA759-6DFB-4691-BCE9-02E88846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8DDA9-F65C-4AEB-A89B-828A399F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内部评审版 · 2026-10-26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5D54C-3D6F-4C03-81C0-0F54305C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495303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576440-899E-4092-8633-48A65DEB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8F2D24"/>
                </a:solidFill>
              </a:defRPr>
            </a:defPPr>
            <a:lvl1pPr>
              <a:defRPr sz="975" b="1">
                <a:solidFill>
                  <a:srgbClr val="8F2D24"/>
                </a:solidFill>
              </a:defRPr>
            </a:lvl1pPr>
            <a:lvl2pPr>
              <a:defRPr sz="975" b="1">
                <a:solidFill>
                  <a:srgbClr val="8F2D24"/>
                </a:solidFill>
              </a:defRPr>
            </a:lvl2pPr>
            <a:lvl3pPr>
              <a:defRPr sz="975" b="1">
                <a:solidFill>
                  <a:srgbClr val="8F2D24"/>
                </a:solidFill>
              </a:defRPr>
            </a:lvl3pPr>
            <a:lvl4pPr>
              <a:defRPr sz="975" b="1">
                <a:solidFill>
                  <a:srgbClr val="8F2D24"/>
                </a:solidFill>
              </a:defRPr>
            </a:lvl4pPr>
            <a:lvl5pPr>
              <a:defRPr sz="975" b="1">
                <a:solidFill>
                  <a:srgbClr val="8F2D24"/>
                </a:solidFill>
              </a:defRPr>
            </a:lvl5pPr>
            <a:lvl6pPr>
              <a:defRPr sz="975" b="1">
                <a:solidFill>
                  <a:srgbClr val="8F2D24"/>
                </a:solidFill>
              </a:defRPr>
            </a:lvl6pPr>
            <a:lvl7pPr>
              <a:defRPr sz="975" b="1">
                <a:solidFill>
                  <a:srgbClr val="8F2D24"/>
                </a:solidFill>
              </a:defRPr>
            </a:lvl7pPr>
            <a:lvl8pPr>
              <a:defRPr sz="975" b="1">
                <a:solidFill>
                  <a:srgbClr val="8F2D24"/>
                </a:solidFill>
              </a:defRPr>
            </a:lvl8pPr>
            <a:lvl9pPr>
              <a:defRPr sz="975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8F2D24"/>
                </a:solidFill>
              </a:defRPr>
            </a:pPr>
            <a:r>
              <a:rPr sz="975" b="1">
                <a:solidFill>
                  <a:srgbClr val="8F2D24"/>
                </a:solidFill>
              </a:rPr>
              <a:t>10 / review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B181D-C404-4CDF-8267-AEA4C902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161B"/>
                </a:solidFill>
              </a:defRPr>
            </a:defPPr>
            <a:lvl1pPr>
              <a:defRPr sz="2550" b="1">
                <a:solidFill>
                  <a:srgbClr val="17161B"/>
                </a:solidFill>
              </a:defRPr>
            </a:lvl1pPr>
            <a:lvl2pPr>
              <a:defRPr sz="2550" b="1">
                <a:solidFill>
                  <a:srgbClr val="17161B"/>
                </a:solidFill>
              </a:defRPr>
            </a:lvl2pPr>
            <a:lvl3pPr>
              <a:defRPr sz="2550" b="1">
                <a:solidFill>
                  <a:srgbClr val="17161B"/>
                </a:solidFill>
              </a:defRPr>
            </a:lvl3pPr>
            <a:lvl4pPr>
              <a:defRPr sz="2550" b="1">
                <a:solidFill>
                  <a:srgbClr val="17161B"/>
                </a:solidFill>
              </a:defRPr>
            </a:lvl4pPr>
            <a:lvl5pPr>
              <a:defRPr sz="2550" b="1">
                <a:solidFill>
                  <a:srgbClr val="17161B"/>
                </a:solidFill>
              </a:defRPr>
            </a:lvl5pPr>
            <a:lvl6pPr>
              <a:defRPr sz="2550" b="1">
                <a:solidFill>
                  <a:srgbClr val="17161B"/>
                </a:solidFill>
              </a:defRPr>
            </a:lvl6pPr>
            <a:lvl7pPr>
              <a:defRPr sz="2550" b="1">
                <a:solidFill>
                  <a:srgbClr val="17161B"/>
                </a:solidFill>
              </a:defRPr>
            </a:lvl7pPr>
            <a:lvl8pPr>
              <a:defRPr sz="2550" b="1">
                <a:solidFill>
                  <a:srgbClr val="17161B"/>
                </a:solidFill>
              </a:defRPr>
            </a:lvl8pPr>
            <a:lvl9pPr>
              <a:defRPr sz="25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161B"/>
                </a:solidFill>
              </a:defRPr>
            </a:pPr>
            <a:r>
              <a:rPr sz="2550" b="1">
                <a:solidFill>
                  <a:srgbClr val="17161B"/>
                </a:solidFill>
              </a:rPr>
              <a:t>当前产物够做决策，但还不能宣称三集全片完成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140C2-2450-4032-9D1C-09088D7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14350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3E9B8-6C24-48BC-AEB9-8D8D5C9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514350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8E9E2"/>
          </a:solidFill>
          <a:ln xmlns:a="http://schemas.openxmlformats.org/drawingml/2006/main" w="9525">
            <a:solidFill>
              <a:srgbClr val="D9B5A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8104C-7A37-467D-A981-7650167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6F8D79"/>
                </a:solidFill>
              </a:defRPr>
            </a:defPPr>
            <a:lvl1pPr>
              <a:defRPr sz="1650" b="1">
                <a:solidFill>
                  <a:srgbClr val="6F8D79"/>
                </a:solidFill>
              </a:defRPr>
            </a:lvl1pPr>
            <a:lvl2pPr>
              <a:defRPr sz="1650" b="1">
                <a:solidFill>
                  <a:srgbClr val="6F8D79"/>
                </a:solidFill>
              </a:defRPr>
            </a:lvl2pPr>
            <a:lvl3pPr>
              <a:defRPr sz="1650" b="1">
                <a:solidFill>
                  <a:srgbClr val="6F8D79"/>
                </a:solidFill>
              </a:defRPr>
            </a:lvl3pPr>
            <a:lvl4pPr>
              <a:defRPr sz="1650" b="1">
                <a:solidFill>
                  <a:srgbClr val="6F8D79"/>
                </a:solidFill>
              </a:defRPr>
            </a:lvl4pPr>
            <a:lvl5pPr>
              <a:defRPr sz="1650" b="1">
                <a:solidFill>
                  <a:srgbClr val="6F8D79"/>
                </a:solidFill>
              </a:defRPr>
            </a:lvl5pPr>
            <a:lvl6pPr>
              <a:defRPr sz="1650" b="1">
                <a:solidFill>
                  <a:srgbClr val="6F8D79"/>
                </a:solidFill>
              </a:defRPr>
            </a:lvl6pPr>
            <a:lvl7pPr>
              <a:defRPr sz="1650" b="1">
                <a:solidFill>
                  <a:srgbClr val="6F8D79"/>
                </a:solidFill>
              </a:defRPr>
            </a:lvl7pPr>
            <a:lvl8pPr>
              <a:defRPr sz="1650" b="1">
                <a:solidFill>
                  <a:srgbClr val="6F8D79"/>
                </a:solidFill>
              </a:defRPr>
            </a:lvl8pPr>
            <a:lvl9pPr>
              <a:defRPr sz="1650" b="1">
                <a:solidFill>
                  <a:srgbClr val="6F8D7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F8D79"/>
                </a:solidFill>
              </a:defRPr>
            </a:pPr>
            <a:r>
              <a:rPr sz="1650" b="1">
                <a:solidFill>
                  <a:srgbClr val="6F8D79"/>
                </a:solidFill>
              </a:rPr>
              <a:t>已有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9BED4-AF2B-46E1-893C-51654CCE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D4133-A44C-4A55-B2F5-EFCDB771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100 个 GLB 代理资产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FCF9B-D5C2-49B5-BCD0-ACF308BC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63AA5-7E44-4052-9176-DAF4ECDD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7 个主场景静态组合草稿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7F669-A4B7-4B62-BCF7-6606919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D0D33-FD1C-41E5-9696-B603DBE0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34 个逻辑镜头 / 67 个计划片段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A6A51-9F7A-42E2-A04B-B6F30BEE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C5A09-0D35-471B-9708-22649CBC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EP01-S07、EP02-S07、EP03-S05 正式样片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49B26-27BA-40E0-A2AA-8D7DC673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63802-45D9-43F0-B991-85EA292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formal-preview-v2 修复版拼接预演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9C383-FC5A-4845-867A-EE0B2FDC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8F2D24"/>
                </a:solidFill>
              </a:defRPr>
            </a:defPPr>
            <a:lvl1pPr>
              <a:defRPr sz="1650" b="1">
                <a:solidFill>
                  <a:srgbClr val="8F2D24"/>
                </a:solidFill>
              </a:defRPr>
            </a:lvl1pPr>
            <a:lvl2pPr>
              <a:defRPr sz="1650" b="1">
                <a:solidFill>
                  <a:srgbClr val="8F2D24"/>
                </a:solidFill>
              </a:defRPr>
            </a:lvl2pPr>
            <a:lvl3pPr>
              <a:defRPr sz="1650" b="1">
                <a:solidFill>
                  <a:srgbClr val="8F2D24"/>
                </a:solidFill>
              </a:defRPr>
            </a:lvl3pPr>
            <a:lvl4pPr>
              <a:defRPr sz="1650" b="1">
                <a:solidFill>
                  <a:srgbClr val="8F2D24"/>
                </a:solidFill>
              </a:defRPr>
            </a:lvl4pPr>
            <a:lvl5pPr>
              <a:defRPr sz="1650" b="1">
                <a:solidFill>
                  <a:srgbClr val="8F2D24"/>
                </a:solidFill>
              </a:defRPr>
            </a:lvl5pPr>
            <a:lvl6pPr>
              <a:defRPr sz="1650" b="1">
                <a:solidFill>
                  <a:srgbClr val="8F2D24"/>
                </a:solidFill>
              </a:defRPr>
            </a:lvl6pPr>
            <a:lvl7pPr>
              <a:defRPr sz="1650" b="1">
                <a:solidFill>
                  <a:srgbClr val="8F2D24"/>
                </a:solidFill>
              </a:defRPr>
            </a:lvl7pPr>
            <a:lvl8pPr>
              <a:defRPr sz="1650" b="1">
                <a:solidFill>
                  <a:srgbClr val="8F2D24"/>
                </a:solidFill>
              </a:defRPr>
            </a:lvl8pPr>
            <a:lvl9pPr>
              <a:defRPr sz="1650" b="1">
                <a:solidFill>
                  <a:srgbClr val="8F2D24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8F2D24"/>
                </a:solidFill>
              </a:defRPr>
            </a:pPr>
            <a:r>
              <a:rPr sz="1650" b="1">
                <a:solidFill>
                  <a:srgbClr val="8F2D24"/>
                </a:solidFill>
              </a:rPr>
              <a:t>剩余风险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AF000-D212-43C7-BFDC-BFC605E0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E0EF0-B8A6-431F-926D-FB9D33ED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67 段已进入队列，仍需逐段复核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30785-03F2-425F-B84D-22163495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FEB49-A604-4DEE-AFA7-3A44A3D5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动作段落需要实际帧级连续性检查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741BC-3DCE-4A6C-89E3-6E0C7A3B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B6643-B24F-41CA-8A6F-C7B26E94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人物、手部、药箱、车轮、纸张需全片复核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A5A50-82FD-4F9A-8345-89ABCCEC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18C88-9B0E-428C-8B79-85D2A1A5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声音、旁白、书法字幕、最终混剪未完成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286BA-A503-4028-B3FD-C5E28998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76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62A17-0EE5-40BB-AA52-2C4934DD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81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161B"/>
                </a:solidFill>
              </a:defRPr>
            </a:defPPr>
            <a:lvl1pPr>
              <a:defRPr sz="1200" b="0">
                <a:solidFill>
                  <a:srgbClr val="17161B"/>
                </a:solidFill>
              </a:defRPr>
            </a:lvl1pPr>
            <a:lvl2pPr>
              <a:defRPr sz="1200" b="0">
                <a:solidFill>
                  <a:srgbClr val="17161B"/>
                </a:solidFill>
              </a:defRPr>
            </a:lvl2pPr>
            <a:lvl3pPr>
              <a:defRPr sz="1200" b="0">
                <a:solidFill>
                  <a:srgbClr val="17161B"/>
                </a:solidFill>
              </a:defRPr>
            </a:lvl3pPr>
            <a:lvl4pPr>
              <a:defRPr sz="1200" b="0">
                <a:solidFill>
                  <a:srgbClr val="17161B"/>
                </a:solidFill>
              </a:defRPr>
            </a:lvl4pPr>
            <a:lvl5pPr>
              <a:defRPr sz="1200" b="0">
                <a:solidFill>
                  <a:srgbClr val="17161B"/>
                </a:solidFill>
              </a:defRPr>
            </a:lvl5pPr>
            <a:lvl6pPr>
              <a:defRPr sz="1200" b="0">
                <a:solidFill>
                  <a:srgbClr val="17161B"/>
                </a:solidFill>
              </a:defRPr>
            </a:lvl6pPr>
            <a:lvl7pPr>
              <a:defRPr sz="1200" b="0">
                <a:solidFill>
                  <a:srgbClr val="17161B"/>
                </a:solidFill>
              </a:defRPr>
            </a:lvl7pPr>
            <a:lvl8pPr>
              <a:defRPr sz="1200" b="0">
                <a:solidFill>
                  <a:srgbClr val="17161B"/>
                </a:solidFill>
              </a:defRPr>
            </a:lvl8pPr>
            <a:lvl9pPr>
              <a:defRPr sz="1200" b="0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161B"/>
                </a:solidFill>
              </a:defRPr>
            </a:pPr>
            <a:r>
              <a:rPr sz="1200" b="0">
                <a:solidFill>
                  <a:srgbClr val="17161B"/>
                </a:solidFill>
              </a:rPr>
              <a:t>全片成片状态：未完成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B3884-9528-480E-8702-016FFF2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19750"/>
            <a:ext cx="3162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62E3E-54D7-4759-A919-3BFB7417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29275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4EFE6"/>
                </a:solidFill>
              </a:defRPr>
            </a:defPPr>
            <a:lvl1pPr>
              <a:defRPr sz="1200" b="1">
                <a:solidFill>
                  <a:srgbClr val="F4EFE6"/>
                </a:solidFill>
              </a:defRPr>
            </a:lvl1pPr>
            <a:lvl2pPr>
              <a:defRPr sz="1200" b="1">
                <a:solidFill>
                  <a:srgbClr val="F4EFE6"/>
                </a:solidFill>
              </a:defRPr>
            </a:lvl2pPr>
            <a:lvl3pPr>
              <a:defRPr sz="1200" b="1">
                <a:solidFill>
                  <a:srgbClr val="F4EFE6"/>
                </a:solidFill>
              </a:defRPr>
            </a:lvl3pPr>
            <a:lvl4pPr>
              <a:defRPr sz="1200" b="1">
                <a:solidFill>
                  <a:srgbClr val="F4EFE6"/>
                </a:solidFill>
              </a:defRPr>
            </a:lvl4pPr>
            <a:lvl5pPr>
              <a:defRPr sz="1200" b="1">
                <a:solidFill>
                  <a:srgbClr val="F4EFE6"/>
                </a:solidFill>
              </a:defRPr>
            </a:lvl5pPr>
            <a:lvl6pPr>
              <a:defRPr sz="1200" b="1">
                <a:solidFill>
                  <a:srgbClr val="F4EFE6"/>
                </a:solidFill>
              </a:defRPr>
            </a:lvl6pPr>
            <a:lvl7pPr>
              <a:defRPr sz="1200" b="1">
                <a:solidFill>
                  <a:srgbClr val="F4EFE6"/>
                </a:solidFill>
              </a:defRPr>
            </a:lvl7pPr>
            <a:lvl8pPr>
              <a:defRPr sz="1200" b="1">
                <a:solidFill>
                  <a:srgbClr val="F4EFE6"/>
                </a:solidFill>
              </a:defRPr>
            </a:lvl8pPr>
            <a:lvl9pPr>
              <a:defRPr sz="12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EFE6"/>
                </a:solidFill>
              </a:defRPr>
            </a:pPr>
            <a:r>
              <a:rPr sz="1200" b="1">
                <a:solidFill>
                  <a:srgbClr val="F4EFE6"/>
                </a:solidFill>
              </a:rPr>
              <a:t>正式样片 ≠ 三集全片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64046-C30D-484B-ADE5-9D0A5292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C042C-767B-4DDD-8863-0EA59F19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PROJECT-STATUS · DASHBOARD · formal-repair-v2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405C8-740A-45C1-B8A7-1CDD2D84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6048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2C5821-994A-4F2A-AA23-B9A5D094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79B5B"/>
                </a:solidFill>
              </a:defRPr>
            </a:defPPr>
            <a:lvl1pPr>
              <a:defRPr sz="975" b="1">
                <a:solidFill>
                  <a:srgbClr val="C79B5B"/>
                </a:solidFill>
              </a:defRPr>
            </a:lvl1pPr>
            <a:lvl2pPr>
              <a:defRPr sz="975" b="1">
                <a:solidFill>
                  <a:srgbClr val="C79B5B"/>
                </a:solidFill>
              </a:defRPr>
            </a:lvl2pPr>
            <a:lvl3pPr>
              <a:defRPr sz="975" b="1">
                <a:solidFill>
                  <a:srgbClr val="C79B5B"/>
                </a:solidFill>
              </a:defRPr>
            </a:lvl3pPr>
            <a:lvl4pPr>
              <a:defRPr sz="975" b="1">
                <a:solidFill>
                  <a:srgbClr val="C79B5B"/>
                </a:solidFill>
              </a:defRPr>
            </a:lvl4pPr>
            <a:lvl5pPr>
              <a:defRPr sz="975" b="1">
                <a:solidFill>
                  <a:srgbClr val="C79B5B"/>
                </a:solidFill>
              </a:defRPr>
            </a:lvl5pPr>
            <a:lvl6pPr>
              <a:defRPr sz="975" b="1">
                <a:solidFill>
                  <a:srgbClr val="C79B5B"/>
                </a:solidFill>
              </a:defRPr>
            </a:lvl6pPr>
            <a:lvl7pPr>
              <a:defRPr sz="975" b="1">
                <a:solidFill>
                  <a:srgbClr val="C79B5B"/>
                </a:solidFill>
              </a:defRPr>
            </a:lvl7pPr>
            <a:lvl8pPr>
              <a:defRPr sz="975" b="1">
                <a:solidFill>
                  <a:srgbClr val="C79B5B"/>
                </a:solidFill>
              </a:defRPr>
            </a:lvl8pPr>
            <a:lvl9pPr>
              <a:defRPr sz="975" b="1">
                <a:solidFill>
                  <a:srgbClr val="C79B5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C79B5B"/>
                </a:solidFill>
              </a:defRPr>
            </a:pPr>
            <a:r>
              <a:rPr sz="975" b="1">
                <a:solidFill>
                  <a:srgbClr val="C79B5B"/>
                </a:solidFill>
              </a:rPr>
              <a:t>11 / NEXT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0DA85-F2E4-4C48-87A9-32F902AF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BF8F1"/>
                </a:solidFill>
              </a:defRPr>
            </a:defPPr>
            <a:lvl1pPr>
              <a:defRPr sz="2550" b="1">
                <a:solidFill>
                  <a:srgbClr val="FBF8F1"/>
                </a:solidFill>
              </a:defRPr>
            </a:lvl1pPr>
            <a:lvl2pPr>
              <a:defRPr sz="2550" b="1">
                <a:solidFill>
                  <a:srgbClr val="FBF8F1"/>
                </a:solidFill>
              </a:defRPr>
            </a:lvl2pPr>
            <a:lvl3pPr>
              <a:defRPr sz="2550" b="1">
                <a:solidFill>
                  <a:srgbClr val="FBF8F1"/>
                </a:solidFill>
              </a:defRPr>
            </a:lvl3pPr>
            <a:lvl4pPr>
              <a:defRPr sz="2550" b="1">
                <a:solidFill>
                  <a:srgbClr val="FBF8F1"/>
                </a:solidFill>
              </a:defRPr>
            </a:lvl4pPr>
            <a:lvl5pPr>
              <a:defRPr sz="2550" b="1">
                <a:solidFill>
                  <a:srgbClr val="FBF8F1"/>
                </a:solidFill>
              </a:defRPr>
            </a:lvl5pPr>
            <a:lvl6pPr>
              <a:defRPr sz="2550" b="1">
                <a:solidFill>
                  <a:srgbClr val="FBF8F1"/>
                </a:solidFill>
              </a:defRPr>
            </a:lvl6pPr>
            <a:lvl7pPr>
              <a:defRPr sz="2550" b="1">
                <a:solidFill>
                  <a:srgbClr val="FBF8F1"/>
                </a:solidFill>
              </a:defRPr>
            </a:lvl7pPr>
            <a:lvl8pPr>
              <a:defRPr sz="2550" b="1">
                <a:solidFill>
                  <a:srgbClr val="FBF8F1"/>
                </a:solidFill>
              </a:defRPr>
            </a:lvl8pPr>
            <a:lvl9pPr>
              <a:defRPr sz="2550" b="1">
                <a:solidFill>
                  <a:srgbClr val="FBF8F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BF8F1"/>
                </a:solidFill>
              </a:defRPr>
            </a:pPr>
            <a:r>
              <a:rPr sz="2550" b="1">
                <a:solidFill>
                  <a:srgbClr val="FBF8F1"/>
                </a:solidFill>
              </a:rPr>
              <a:t>从三条样片，进入三集全片的批量生成闭环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E19AE-918A-4C29-A004-4FCAB586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25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9B0A7"/>
                </a:solidFill>
              </a:defRPr>
            </a:defPPr>
            <a:lvl1pPr>
              <a:defRPr sz="1200" b="0">
                <a:solidFill>
                  <a:srgbClr val="B9B0A7"/>
                </a:solidFill>
              </a:defRPr>
            </a:lvl1pPr>
            <a:lvl2pPr>
              <a:defRPr sz="1200" b="0">
                <a:solidFill>
                  <a:srgbClr val="B9B0A7"/>
                </a:solidFill>
              </a:defRPr>
            </a:lvl2pPr>
            <a:lvl3pPr>
              <a:defRPr sz="1200" b="0">
                <a:solidFill>
                  <a:srgbClr val="B9B0A7"/>
                </a:solidFill>
              </a:defRPr>
            </a:lvl3pPr>
            <a:lvl4pPr>
              <a:defRPr sz="1200" b="0">
                <a:solidFill>
                  <a:srgbClr val="B9B0A7"/>
                </a:solidFill>
              </a:defRPr>
            </a:lvl4pPr>
            <a:lvl5pPr>
              <a:defRPr sz="1200" b="0">
                <a:solidFill>
                  <a:srgbClr val="B9B0A7"/>
                </a:solidFill>
              </a:defRPr>
            </a:lvl5pPr>
            <a:lvl6pPr>
              <a:defRPr sz="1200" b="0">
                <a:solidFill>
                  <a:srgbClr val="B9B0A7"/>
                </a:solidFill>
              </a:defRPr>
            </a:lvl6pPr>
            <a:lvl7pPr>
              <a:defRPr sz="1200" b="0">
                <a:solidFill>
                  <a:srgbClr val="B9B0A7"/>
                </a:solidFill>
              </a:defRPr>
            </a:lvl7pPr>
            <a:lvl8pPr>
              <a:defRPr sz="1200" b="0">
                <a:solidFill>
                  <a:srgbClr val="B9B0A7"/>
                </a:solidFill>
              </a:defRPr>
            </a:lvl8pPr>
            <a:lvl9pPr>
              <a:defRPr sz="12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9B0A7"/>
                </a:solidFill>
              </a:defRPr>
            </a:pPr>
            <a:r>
              <a:rPr sz="1200" b="0">
                <a:solidFill>
                  <a:srgbClr val="B9B0A7"/>
                </a:solidFill>
              </a:rPr>
              <a:t>下一步的关键不是再做概念，而是把已验证的节点结构复制到每个 exact scope。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FB20-632C-4D48-AA84-C435548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E20DD-A64B-492E-A3EB-08BBDCD4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47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79B5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1957E-D3B1-4C3C-AAD8-21C32E3C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764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161B"/>
                </a:solidFill>
              </a:defRPr>
            </a:defPPr>
            <a:lvl1pPr>
              <a:defRPr sz="2250" b="1">
                <a:solidFill>
                  <a:srgbClr val="17161B"/>
                </a:solidFill>
              </a:defRPr>
            </a:lvl1pPr>
            <a:lvl2pPr>
              <a:defRPr sz="2250" b="1">
                <a:solidFill>
                  <a:srgbClr val="17161B"/>
                </a:solidFill>
              </a:defRPr>
            </a:lvl2pPr>
            <a:lvl3pPr>
              <a:defRPr sz="2250" b="1">
                <a:solidFill>
                  <a:srgbClr val="17161B"/>
                </a:solidFill>
              </a:defRPr>
            </a:lvl3pPr>
            <a:lvl4pPr>
              <a:defRPr sz="2250" b="1">
                <a:solidFill>
                  <a:srgbClr val="17161B"/>
                </a:solidFill>
              </a:defRPr>
            </a:lvl4pPr>
            <a:lvl5pPr>
              <a:defRPr sz="2250" b="1">
                <a:solidFill>
                  <a:srgbClr val="17161B"/>
                </a:solidFill>
              </a:defRPr>
            </a:lvl5pPr>
            <a:lvl6pPr>
              <a:defRPr sz="2250" b="1">
                <a:solidFill>
                  <a:srgbClr val="17161B"/>
                </a:solidFill>
              </a:defRPr>
            </a:lvl6pPr>
            <a:lvl7pPr>
              <a:defRPr sz="2250" b="1">
                <a:solidFill>
                  <a:srgbClr val="17161B"/>
                </a:solidFill>
              </a:defRPr>
            </a:lvl7pPr>
            <a:lvl8pPr>
              <a:defRPr sz="2250" b="1">
                <a:solidFill>
                  <a:srgbClr val="17161B"/>
                </a:solidFill>
              </a:defRPr>
            </a:lvl8pPr>
            <a:lvl9pPr>
              <a:defRPr sz="22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161B"/>
                </a:solidFill>
              </a:defRPr>
            </a:pPr>
            <a:r>
              <a:rPr sz="2250" b="1">
                <a:solidFill>
                  <a:srgbClr val="17161B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4214F-7831-4442-94F9-8476DEA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批量生产中锁定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9051B-5169-423C-B5FB-CE704DDE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859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检查每段 3D package、人物/道具实例、相机路径和动作覆盖；内部人工查看确认。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377E7-9962-438C-A7EE-D036957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0CDFB-85F6-40D0-ABEC-8DCB6CA3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647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B33A2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B3B8C-5940-4750-8178-35090E46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161B"/>
                </a:solidFill>
              </a:defRPr>
            </a:defPPr>
            <a:lvl1pPr>
              <a:defRPr sz="2250" b="1">
                <a:solidFill>
                  <a:srgbClr val="17161B"/>
                </a:solidFill>
              </a:defRPr>
            </a:lvl1pPr>
            <a:lvl2pPr>
              <a:defRPr sz="2250" b="1">
                <a:solidFill>
                  <a:srgbClr val="17161B"/>
                </a:solidFill>
              </a:defRPr>
            </a:lvl2pPr>
            <a:lvl3pPr>
              <a:defRPr sz="2250" b="1">
                <a:solidFill>
                  <a:srgbClr val="17161B"/>
                </a:solidFill>
              </a:defRPr>
            </a:lvl3pPr>
            <a:lvl4pPr>
              <a:defRPr sz="2250" b="1">
                <a:solidFill>
                  <a:srgbClr val="17161B"/>
                </a:solidFill>
              </a:defRPr>
            </a:lvl4pPr>
            <a:lvl5pPr>
              <a:defRPr sz="2250" b="1">
                <a:solidFill>
                  <a:srgbClr val="17161B"/>
                </a:solidFill>
              </a:defRPr>
            </a:lvl5pPr>
            <a:lvl6pPr>
              <a:defRPr sz="2250" b="1">
                <a:solidFill>
                  <a:srgbClr val="17161B"/>
                </a:solidFill>
              </a:defRPr>
            </a:lvl6pPr>
            <a:lvl7pPr>
              <a:defRPr sz="2250" b="1">
                <a:solidFill>
                  <a:srgbClr val="17161B"/>
                </a:solidFill>
              </a:defRPr>
            </a:lvl7pPr>
            <a:lvl8pPr>
              <a:defRPr sz="2250" b="1">
                <a:solidFill>
                  <a:srgbClr val="17161B"/>
                </a:solidFill>
              </a:defRPr>
            </a:lvl8pPr>
            <a:lvl9pPr>
              <a:defRPr sz="22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161B"/>
                </a:solidFill>
              </a:defRPr>
            </a:pPr>
            <a:r>
              <a:rPr sz="2250" b="1">
                <a:solidFill>
                  <a:srgbClr val="17161B"/>
                </a:solidFill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EF8B4-844E-4157-89BC-4B50FB5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分批生成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E4620-0D9F-4C7E-9204-7E67FA6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051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按每集主任务顺序：建立镜头 → 动作升级 → 支线故障 → 云令恢复 → 结尾口播。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E7F8A-1467-4FC0-A0EB-77E34D34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2DA81-729D-4F75-BB09-9A42396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647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1849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FC84A-F017-4B39-B5B0-717B50F9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472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161B"/>
                </a:solidFill>
              </a:defRPr>
            </a:defPPr>
            <a:lvl1pPr>
              <a:defRPr sz="2250" b="1">
                <a:solidFill>
                  <a:srgbClr val="17161B"/>
                </a:solidFill>
              </a:defRPr>
            </a:lvl1pPr>
            <a:lvl2pPr>
              <a:defRPr sz="2250" b="1">
                <a:solidFill>
                  <a:srgbClr val="17161B"/>
                </a:solidFill>
              </a:defRPr>
            </a:lvl2pPr>
            <a:lvl3pPr>
              <a:defRPr sz="2250" b="1">
                <a:solidFill>
                  <a:srgbClr val="17161B"/>
                </a:solidFill>
              </a:defRPr>
            </a:lvl3pPr>
            <a:lvl4pPr>
              <a:defRPr sz="2250" b="1">
                <a:solidFill>
                  <a:srgbClr val="17161B"/>
                </a:solidFill>
              </a:defRPr>
            </a:lvl4pPr>
            <a:lvl5pPr>
              <a:defRPr sz="2250" b="1">
                <a:solidFill>
                  <a:srgbClr val="17161B"/>
                </a:solidFill>
              </a:defRPr>
            </a:lvl5pPr>
            <a:lvl6pPr>
              <a:defRPr sz="2250" b="1">
                <a:solidFill>
                  <a:srgbClr val="17161B"/>
                </a:solidFill>
              </a:defRPr>
            </a:lvl6pPr>
            <a:lvl7pPr>
              <a:defRPr sz="2250" b="1">
                <a:solidFill>
                  <a:srgbClr val="17161B"/>
                </a:solidFill>
              </a:defRPr>
            </a:lvl7pPr>
            <a:lvl8pPr>
              <a:defRPr sz="2250" b="1">
                <a:solidFill>
                  <a:srgbClr val="17161B"/>
                </a:solidFill>
              </a:defRPr>
            </a:lvl8pPr>
            <a:lvl9pPr>
              <a:defRPr sz="22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161B"/>
                </a:solidFill>
              </a:defRPr>
            </a:pPr>
            <a:r>
              <a:rPr sz="2250" b="1">
                <a:solidFill>
                  <a:srgbClr val="17161B"/>
                </a:solidFill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73C46-0BD0-4FEE-9F04-B5883D4E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实际帧复核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30280-E6B1-4A47-97D9-5405C7FA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对每段检查第一人称、几何、遮挡、接触、动作连续性；发现缺陷就单变量重试。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72700-A59A-4D30-991D-0ACF909A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8252D"/>
          </a:solidFill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037CA-722D-4AF7-BFD7-D43102E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6477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F8D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9FF96-8891-4C97-8289-A7073412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161B"/>
                </a:solidFill>
              </a:defRPr>
            </a:defPPr>
            <a:lvl1pPr>
              <a:defRPr sz="2250" b="1">
                <a:solidFill>
                  <a:srgbClr val="17161B"/>
                </a:solidFill>
              </a:defRPr>
            </a:lvl1pPr>
            <a:lvl2pPr>
              <a:defRPr sz="2250" b="1">
                <a:solidFill>
                  <a:srgbClr val="17161B"/>
                </a:solidFill>
              </a:defRPr>
            </a:lvl2pPr>
            <a:lvl3pPr>
              <a:defRPr sz="2250" b="1">
                <a:solidFill>
                  <a:srgbClr val="17161B"/>
                </a:solidFill>
              </a:defRPr>
            </a:lvl3pPr>
            <a:lvl4pPr>
              <a:defRPr sz="2250" b="1">
                <a:solidFill>
                  <a:srgbClr val="17161B"/>
                </a:solidFill>
              </a:defRPr>
            </a:lvl4pPr>
            <a:lvl5pPr>
              <a:defRPr sz="2250" b="1">
                <a:solidFill>
                  <a:srgbClr val="17161B"/>
                </a:solidFill>
              </a:defRPr>
            </a:lvl5pPr>
            <a:lvl6pPr>
              <a:defRPr sz="2250" b="1">
                <a:solidFill>
                  <a:srgbClr val="17161B"/>
                </a:solidFill>
              </a:defRPr>
            </a:lvl6pPr>
            <a:lvl7pPr>
              <a:defRPr sz="2250" b="1">
                <a:solidFill>
                  <a:srgbClr val="17161B"/>
                </a:solidFill>
              </a:defRPr>
            </a:lvl7pPr>
            <a:lvl8pPr>
              <a:defRPr sz="2250" b="1">
                <a:solidFill>
                  <a:srgbClr val="17161B"/>
                </a:solidFill>
              </a:defRPr>
            </a:lvl8pPr>
            <a:lvl9pPr>
              <a:defRPr sz="2250" b="1">
                <a:solidFill>
                  <a:srgbClr val="17161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161B"/>
                </a:solidFill>
              </a:defRPr>
            </a:pPr>
            <a:r>
              <a:rPr sz="2250" b="1">
                <a:solidFill>
                  <a:srgbClr val="17161B"/>
                </a:solidFill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C04FE-9950-48CD-9BC0-E0BBF666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EFE6"/>
                </a:solidFill>
              </a:defRPr>
            </a:defPPr>
            <a:lvl1pPr>
              <a:defRPr sz="1500" b="1">
                <a:solidFill>
                  <a:srgbClr val="F4EFE6"/>
                </a:solidFill>
              </a:defRPr>
            </a:lvl1pPr>
            <a:lvl2pPr>
              <a:defRPr sz="1500" b="1">
                <a:solidFill>
                  <a:srgbClr val="F4EFE6"/>
                </a:solidFill>
              </a:defRPr>
            </a:lvl2pPr>
            <a:lvl3pPr>
              <a:defRPr sz="1500" b="1">
                <a:solidFill>
                  <a:srgbClr val="F4EFE6"/>
                </a:solidFill>
              </a:defRPr>
            </a:lvl3pPr>
            <a:lvl4pPr>
              <a:defRPr sz="1500" b="1">
                <a:solidFill>
                  <a:srgbClr val="F4EFE6"/>
                </a:solidFill>
              </a:defRPr>
            </a:lvl4pPr>
            <a:lvl5pPr>
              <a:defRPr sz="1500" b="1">
                <a:solidFill>
                  <a:srgbClr val="F4EFE6"/>
                </a:solidFill>
              </a:defRPr>
            </a:lvl5pPr>
            <a:lvl6pPr>
              <a:defRPr sz="1500" b="1">
                <a:solidFill>
                  <a:srgbClr val="F4EFE6"/>
                </a:solidFill>
              </a:defRPr>
            </a:lvl6pPr>
            <a:lvl7pPr>
              <a:defRPr sz="1500" b="1">
                <a:solidFill>
                  <a:srgbClr val="F4EFE6"/>
                </a:solidFill>
              </a:defRPr>
            </a:lvl7pPr>
            <a:lvl8pPr>
              <a:defRPr sz="1500" b="1">
                <a:solidFill>
                  <a:srgbClr val="F4EFE6"/>
                </a:solidFill>
              </a:defRPr>
            </a:lvl8pPr>
            <a:lvl9pPr>
              <a:defRPr sz="15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EFE6"/>
                </a:solidFill>
              </a:defRPr>
            </a:pPr>
            <a:r>
              <a:rPr sz="1500" b="1">
                <a:solidFill>
                  <a:srgbClr val="F4EFE6"/>
                </a:solidFill>
              </a:rPr>
              <a:t>三集成片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B08BF-7014-4E7B-863B-969A227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43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B9B0A7"/>
                </a:solidFill>
              </a:defRPr>
            </a:defPPr>
            <a:lvl1pPr>
              <a:defRPr sz="1125" b="0">
                <a:solidFill>
                  <a:srgbClr val="B9B0A7"/>
                </a:solidFill>
              </a:defRPr>
            </a:lvl1pPr>
            <a:lvl2pPr>
              <a:defRPr sz="1125" b="0">
                <a:solidFill>
                  <a:srgbClr val="B9B0A7"/>
                </a:solidFill>
              </a:defRPr>
            </a:lvl2pPr>
            <a:lvl3pPr>
              <a:defRPr sz="1125" b="0">
                <a:solidFill>
                  <a:srgbClr val="B9B0A7"/>
                </a:solidFill>
              </a:defRPr>
            </a:lvl3pPr>
            <a:lvl4pPr>
              <a:defRPr sz="1125" b="0">
                <a:solidFill>
                  <a:srgbClr val="B9B0A7"/>
                </a:solidFill>
              </a:defRPr>
            </a:lvl4pPr>
            <a:lvl5pPr>
              <a:defRPr sz="1125" b="0">
                <a:solidFill>
                  <a:srgbClr val="B9B0A7"/>
                </a:solidFill>
              </a:defRPr>
            </a:lvl5pPr>
            <a:lvl6pPr>
              <a:defRPr sz="1125" b="0">
                <a:solidFill>
                  <a:srgbClr val="B9B0A7"/>
                </a:solidFill>
              </a:defRPr>
            </a:lvl6pPr>
            <a:lvl7pPr>
              <a:defRPr sz="1125" b="0">
                <a:solidFill>
                  <a:srgbClr val="B9B0A7"/>
                </a:solidFill>
              </a:defRPr>
            </a:lvl7pPr>
            <a:lvl8pPr>
              <a:defRPr sz="1125" b="0">
                <a:solidFill>
                  <a:srgbClr val="B9B0A7"/>
                </a:solidFill>
              </a:defRPr>
            </a:lvl8pPr>
            <a:lvl9pPr>
              <a:defRPr sz="1125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9B0A7"/>
                </a:solidFill>
              </a:defRPr>
            </a:pPr>
            <a:r>
              <a:rPr sz="1125" b="0">
                <a:solidFill>
                  <a:srgbClr val="B9B0A7"/>
                </a:solidFill>
              </a:rPr>
              <a:t>统一旁白、书法字幕、音效和品牌口播；再做三集连续性与观众理解度检查。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EB783-AC9C-40AB-8BCF-58838019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B2022"/>
          </a:solidFill>
          <a:ln xmlns:a="http://schemas.openxmlformats.org/drawingml/2006/main" w="9525">
            <a:solidFill>
              <a:srgbClr val="8F2D2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327FD-FFDC-4893-89E4-7D443C8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4EFE6"/>
                </a:solidFill>
              </a:defRPr>
            </a:defPPr>
            <a:lvl1pPr>
              <a:defRPr sz="1200" b="1">
                <a:solidFill>
                  <a:srgbClr val="F4EFE6"/>
                </a:solidFill>
              </a:defRPr>
            </a:lvl1pPr>
            <a:lvl2pPr>
              <a:defRPr sz="1200" b="1">
                <a:solidFill>
                  <a:srgbClr val="F4EFE6"/>
                </a:solidFill>
              </a:defRPr>
            </a:lvl2pPr>
            <a:lvl3pPr>
              <a:defRPr sz="1200" b="1">
                <a:solidFill>
                  <a:srgbClr val="F4EFE6"/>
                </a:solidFill>
              </a:defRPr>
            </a:lvl3pPr>
            <a:lvl4pPr>
              <a:defRPr sz="1200" b="1">
                <a:solidFill>
                  <a:srgbClr val="F4EFE6"/>
                </a:solidFill>
              </a:defRPr>
            </a:lvl4pPr>
            <a:lvl5pPr>
              <a:defRPr sz="1200" b="1">
                <a:solidFill>
                  <a:srgbClr val="F4EFE6"/>
                </a:solidFill>
              </a:defRPr>
            </a:lvl5pPr>
            <a:lvl6pPr>
              <a:defRPr sz="1200" b="1">
                <a:solidFill>
                  <a:srgbClr val="F4EFE6"/>
                </a:solidFill>
              </a:defRPr>
            </a:lvl6pPr>
            <a:lvl7pPr>
              <a:defRPr sz="1200" b="1">
                <a:solidFill>
                  <a:srgbClr val="F4EFE6"/>
                </a:solidFill>
              </a:defRPr>
            </a:lvl7pPr>
            <a:lvl8pPr>
              <a:defRPr sz="1200" b="1">
                <a:solidFill>
                  <a:srgbClr val="F4EFE6"/>
                </a:solidFill>
              </a:defRPr>
            </a:lvl8pPr>
            <a:lvl9pPr>
              <a:defRPr sz="1200" b="1">
                <a:solidFill>
                  <a:srgbClr val="F4EFE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4EFE6"/>
                </a:solidFill>
              </a:defRPr>
            </a:pPr>
            <a:r>
              <a:rPr sz="1200" b="1">
                <a:solidFill>
                  <a:srgbClr val="F4EFE6"/>
                </a:solidFill>
              </a:rPr>
              <a:t>交付判断：只有三集实际剪辑、声音和连续性复核完成后，才标记为最终成片。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D8778-1D52-478B-AB44-8AA96E7B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54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80A47-9DCA-4D24-84E8-87D00E50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9B0A7"/>
                </a:solidFill>
              </a:defRPr>
            </a:defPPr>
            <a:lvl1pPr>
              <a:defRPr sz="900" b="0">
                <a:solidFill>
                  <a:srgbClr val="B9B0A7"/>
                </a:solidFill>
              </a:defRPr>
            </a:lvl1pPr>
            <a:lvl2pPr>
              <a:defRPr sz="900" b="0">
                <a:solidFill>
                  <a:srgbClr val="B9B0A7"/>
                </a:solidFill>
              </a:defRPr>
            </a:lvl2pPr>
            <a:lvl3pPr>
              <a:defRPr sz="900" b="0">
                <a:solidFill>
                  <a:srgbClr val="B9B0A7"/>
                </a:solidFill>
              </a:defRPr>
            </a:lvl3pPr>
            <a:lvl4pPr>
              <a:defRPr sz="900" b="0">
                <a:solidFill>
                  <a:srgbClr val="B9B0A7"/>
                </a:solidFill>
              </a:defRPr>
            </a:lvl4pPr>
            <a:lvl5pPr>
              <a:defRPr sz="900" b="0">
                <a:solidFill>
                  <a:srgbClr val="B9B0A7"/>
                </a:solidFill>
              </a:defRPr>
            </a:lvl5pPr>
            <a:lvl6pPr>
              <a:defRPr sz="900" b="0">
                <a:solidFill>
                  <a:srgbClr val="B9B0A7"/>
                </a:solidFill>
              </a:defRPr>
            </a:lvl6pPr>
            <a:lvl7pPr>
              <a:defRPr sz="900" b="0">
                <a:solidFill>
                  <a:srgbClr val="B9B0A7"/>
                </a:solidFill>
              </a:defRPr>
            </a:lvl7pPr>
            <a:lvl8pPr>
              <a:defRPr sz="900" b="0">
                <a:solidFill>
                  <a:srgbClr val="B9B0A7"/>
                </a:solidFill>
              </a:defRPr>
            </a:lvl8pPr>
            <a:lvl9pPr>
              <a:defRPr sz="900" b="0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9B0A7"/>
                </a:solidFill>
              </a:defRPr>
            </a:pPr>
            <a:r>
              <a:rPr sz="900" b="0">
                <a:solidFill>
                  <a:srgbClr val="B9B0A7"/>
                </a:solidFill>
              </a:rPr>
              <a:t>NEXT: full-cut generation → frame QC → sound → final export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E16FA-AED9-4498-AA04-32DC591F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9B0A7"/>
                </a:solidFill>
              </a:defRPr>
            </a:defPPr>
            <a:lvl1pPr>
              <a:defRPr sz="975" b="1">
                <a:solidFill>
                  <a:srgbClr val="B9B0A7"/>
                </a:solidFill>
              </a:defRPr>
            </a:lvl1pPr>
            <a:lvl2pPr>
              <a:defRPr sz="975" b="1">
                <a:solidFill>
                  <a:srgbClr val="B9B0A7"/>
                </a:solidFill>
              </a:defRPr>
            </a:lvl2pPr>
            <a:lvl3pPr>
              <a:defRPr sz="975" b="1">
                <a:solidFill>
                  <a:srgbClr val="B9B0A7"/>
                </a:solidFill>
              </a:defRPr>
            </a:lvl3pPr>
            <a:lvl4pPr>
              <a:defRPr sz="975" b="1">
                <a:solidFill>
                  <a:srgbClr val="B9B0A7"/>
                </a:solidFill>
              </a:defRPr>
            </a:lvl4pPr>
            <a:lvl5pPr>
              <a:defRPr sz="975" b="1">
                <a:solidFill>
                  <a:srgbClr val="B9B0A7"/>
                </a:solidFill>
              </a:defRPr>
            </a:lvl5pPr>
            <a:lvl6pPr>
              <a:defRPr sz="975" b="1">
                <a:solidFill>
                  <a:srgbClr val="B9B0A7"/>
                </a:solidFill>
              </a:defRPr>
            </a:lvl6pPr>
            <a:lvl7pPr>
              <a:defRPr sz="975" b="1">
                <a:solidFill>
                  <a:srgbClr val="B9B0A7"/>
                </a:solidFill>
              </a:defRPr>
            </a:lvl7pPr>
            <a:lvl8pPr>
              <a:defRPr sz="975" b="1">
                <a:solidFill>
                  <a:srgbClr val="B9B0A7"/>
                </a:solidFill>
              </a:defRPr>
            </a:lvl8pPr>
            <a:lvl9pPr>
              <a:defRPr sz="975" b="1">
                <a:solidFill>
                  <a:srgbClr val="B9B0A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9B0A7"/>
                </a:solidFill>
              </a:defRPr>
            </a:pPr>
            <a:r>
              <a:rPr sz="975" b="1">
                <a:solidFill>
                  <a:srgbClr val="B9B0A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24742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2026-10-25T18:39:42.7640000Z</dcterms:created>
  <dcterms:modified xsi:type="dcterms:W3CDTF">2026-10-25T18:39:42.7640000Z</dcterms:modified>
</coreProperties>
</file>